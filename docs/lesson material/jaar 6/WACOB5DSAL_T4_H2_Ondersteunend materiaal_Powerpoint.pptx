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62" r:id="rId7"/>
    <p:sldId id="264" r:id="rId8"/>
    <p:sldId id="405" r:id="rId9"/>
    <p:sldId id="406" r:id="rId10"/>
    <p:sldId id="407" r:id="rId11"/>
    <p:sldId id="408" r:id="rId12"/>
    <p:sldId id="409" r:id="rId13"/>
    <p:sldId id="410" r:id="rId14"/>
    <p:sldId id="411" r:id="rId15"/>
    <p:sldId id="412" r:id="rId16"/>
    <p:sldId id="413" r:id="rId17"/>
    <p:sldId id="414" r:id="rId18"/>
    <p:sldId id="415" r:id="rId19"/>
    <p:sldId id="416" r:id="rId20"/>
    <p:sldId id="417" r:id="rId21"/>
    <p:sldId id="418" r:id="rId22"/>
    <p:sldId id="419" r:id="rId23"/>
    <p:sldId id="420" r:id="rId24"/>
    <p:sldId id="421" r:id="rId25"/>
    <p:sldId id="422" r:id="rId26"/>
    <p:sldId id="423" r:id="rId27"/>
    <p:sldId id="424" r:id="rId28"/>
    <p:sldId id="425" r:id="rId29"/>
    <p:sldId id="426" r:id="rId30"/>
    <p:sldId id="304" r:id="rId31"/>
    <p:sldId id="301" r:id="rId32"/>
    <p:sldId id="395" r:id="rId33"/>
    <p:sldId id="396" r:id="rId34"/>
    <p:sldId id="397" r:id="rId35"/>
    <p:sldId id="398" r:id="rId36"/>
    <p:sldId id="399" r:id="rId37"/>
    <p:sldId id="400" r:id="rId38"/>
    <p:sldId id="401" r:id="rId39"/>
    <p:sldId id="402" r:id="rId4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6107C4C-4F4A-43A1-99C5-974697EA49D0}">
          <p14:sldIdLst>
            <p14:sldId id="256"/>
            <p14:sldId id="257"/>
            <p14:sldId id="262"/>
            <p14:sldId id="264"/>
            <p14:sldId id="405"/>
            <p14:sldId id="406"/>
            <p14:sldId id="407"/>
            <p14:sldId id="408"/>
            <p14:sldId id="409"/>
            <p14:sldId id="410"/>
            <p14:sldId id="411"/>
            <p14:sldId id="412"/>
            <p14:sldId id="413"/>
            <p14:sldId id="414"/>
            <p14:sldId id="415"/>
            <p14:sldId id="416"/>
            <p14:sldId id="417"/>
            <p14:sldId id="418"/>
            <p14:sldId id="419"/>
            <p14:sldId id="420"/>
            <p14:sldId id="421"/>
            <p14:sldId id="422"/>
            <p14:sldId id="423"/>
            <p14:sldId id="424"/>
            <p14:sldId id="425"/>
            <p14:sldId id="426"/>
            <p14:sldId id="304"/>
            <p14:sldId id="301"/>
            <p14:sldId id="395"/>
            <p14:sldId id="396"/>
            <p14:sldId id="397"/>
            <p14:sldId id="398"/>
            <p14:sldId id="399"/>
            <p14:sldId id="400"/>
            <p14:sldId id="401"/>
            <p14:sldId id="4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966"/>
    <a:srgbClr val="735F97"/>
    <a:srgbClr val="8577AD"/>
    <a:srgbClr val="9487B7"/>
    <a:srgbClr val="13B1B9"/>
    <a:srgbClr val="9666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4DA444-7A0B-449F-B448-59BAE74FDD9E}" v="5944" dt="2023-12-26T09:01:33.2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erle Damm" userId="8d8f6742-9e7e-4e00-9132-b652dd15f1a0" providerId="ADAL" clId="{464DA444-7A0B-449F-B448-59BAE74FDD9E}"/>
    <pc:docChg chg="undo redo custSel addSld delSld modSld modSection">
      <pc:chgData name="Veerle Damm" userId="8d8f6742-9e7e-4e00-9132-b652dd15f1a0" providerId="ADAL" clId="{464DA444-7A0B-449F-B448-59BAE74FDD9E}" dt="2023-12-26T09:09:22.952" v="6584" actId="47"/>
      <pc:docMkLst>
        <pc:docMk/>
      </pc:docMkLst>
      <pc:sldChg chg="modSp mod">
        <pc:chgData name="Veerle Damm" userId="8d8f6742-9e7e-4e00-9132-b652dd15f1a0" providerId="ADAL" clId="{464DA444-7A0B-449F-B448-59BAE74FDD9E}" dt="2023-12-26T08:05:09.527" v="3881" actId="20577"/>
        <pc:sldMkLst>
          <pc:docMk/>
          <pc:sldMk cId="3954209474" sldId="257"/>
        </pc:sldMkLst>
        <pc:spChg chg="mod">
          <ac:chgData name="Veerle Damm" userId="8d8f6742-9e7e-4e00-9132-b652dd15f1a0" providerId="ADAL" clId="{464DA444-7A0B-449F-B448-59BAE74FDD9E}" dt="2023-12-14T10:45:56.171" v="0" actId="20577"/>
          <ac:spMkLst>
            <pc:docMk/>
            <pc:sldMk cId="3954209474" sldId="257"/>
            <ac:spMk id="2" creationId="{A5B36670-DAD7-78BE-9FCC-42D497C82EBA}"/>
          </ac:spMkLst>
        </pc:spChg>
        <pc:spChg chg="mod">
          <ac:chgData name="Veerle Damm" userId="8d8f6742-9e7e-4e00-9132-b652dd15f1a0" providerId="ADAL" clId="{464DA444-7A0B-449F-B448-59BAE74FDD9E}" dt="2023-12-26T08:05:09.527" v="3881" actId="20577"/>
          <ac:spMkLst>
            <pc:docMk/>
            <pc:sldMk cId="3954209474" sldId="257"/>
            <ac:spMk id="7" creationId="{0C1C1EEB-3C83-1CAB-4007-4AED5245C947}"/>
          </ac:spMkLst>
        </pc:spChg>
      </pc:sldChg>
      <pc:sldChg chg="del">
        <pc:chgData name="Veerle Damm" userId="8d8f6742-9e7e-4e00-9132-b652dd15f1a0" providerId="ADAL" clId="{464DA444-7A0B-449F-B448-59BAE74FDD9E}" dt="2023-12-14T10:46:12.915" v="3" actId="47"/>
        <pc:sldMkLst>
          <pc:docMk/>
          <pc:sldMk cId="468920557" sldId="258"/>
        </pc:sldMkLst>
      </pc:sldChg>
      <pc:sldChg chg="addSp delSp mod">
        <pc:chgData name="Veerle Damm" userId="8d8f6742-9e7e-4e00-9132-b652dd15f1a0" providerId="ADAL" clId="{464DA444-7A0B-449F-B448-59BAE74FDD9E}" dt="2023-12-14T10:45:57.639" v="2" actId="22"/>
        <pc:sldMkLst>
          <pc:docMk/>
          <pc:sldMk cId="3065644957" sldId="262"/>
        </pc:sldMkLst>
        <pc:picChg chg="add">
          <ac:chgData name="Veerle Damm" userId="8d8f6742-9e7e-4e00-9132-b652dd15f1a0" providerId="ADAL" clId="{464DA444-7A0B-449F-B448-59BAE74FDD9E}" dt="2023-12-14T10:45:57.639" v="2" actId="22"/>
          <ac:picMkLst>
            <pc:docMk/>
            <pc:sldMk cId="3065644957" sldId="262"/>
            <ac:picMk id="3" creationId="{9C9E0C5F-B295-E0E0-4E69-A117869E1DA9}"/>
          </ac:picMkLst>
        </pc:picChg>
        <pc:picChg chg="del">
          <ac:chgData name="Veerle Damm" userId="8d8f6742-9e7e-4e00-9132-b652dd15f1a0" providerId="ADAL" clId="{464DA444-7A0B-449F-B448-59BAE74FDD9E}" dt="2023-12-14T10:45:56.863" v="1" actId="478"/>
          <ac:picMkLst>
            <pc:docMk/>
            <pc:sldMk cId="3065644957" sldId="262"/>
            <ac:picMk id="4" creationId="{37E6A2AE-0279-F63E-0378-0794E540E989}"/>
          </ac:picMkLst>
        </pc:picChg>
      </pc:sldChg>
      <pc:sldChg chg="addSp modSp mod modAnim">
        <pc:chgData name="Veerle Damm" userId="8d8f6742-9e7e-4e00-9132-b652dd15f1a0" providerId="ADAL" clId="{464DA444-7A0B-449F-B448-59BAE74FDD9E}" dt="2023-12-14T11:53:35.291" v="754" actId="113"/>
        <pc:sldMkLst>
          <pc:docMk/>
          <pc:sldMk cId="3833172549" sldId="264"/>
        </pc:sldMkLst>
        <pc:spChg chg="mod">
          <ac:chgData name="Veerle Damm" userId="8d8f6742-9e7e-4e00-9132-b652dd15f1a0" providerId="ADAL" clId="{464DA444-7A0B-449F-B448-59BAE74FDD9E}" dt="2023-12-14T11:52:13.710" v="742" actId="1035"/>
          <ac:spMkLst>
            <pc:docMk/>
            <pc:sldMk cId="3833172549" sldId="264"/>
            <ac:spMk id="2" creationId="{1CA4C0AD-605C-6756-BAB1-82359907B581}"/>
          </ac:spMkLst>
        </pc:spChg>
        <pc:spChg chg="mod">
          <ac:chgData name="Veerle Damm" userId="8d8f6742-9e7e-4e00-9132-b652dd15f1a0" providerId="ADAL" clId="{464DA444-7A0B-449F-B448-59BAE74FDD9E}" dt="2023-12-14T11:53:35.291" v="754" actId="113"/>
          <ac:spMkLst>
            <pc:docMk/>
            <pc:sldMk cId="3833172549" sldId="264"/>
            <ac:spMk id="3" creationId="{C3F4FB4A-807B-2501-0A4E-9E0DD34497E4}"/>
          </ac:spMkLst>
        </pc:spChg>
        <pc:spChg chg="mod">
          <ac:chgData name="Veerle Damm" userId="8d8f6742-9e7e-4e00-9132-b652dd15f1a0" providerId="ADAL" clId="{464DA444-7A0B-449F-B448-59BAE74FDD9E}" dt="2023-12-14T10:46:38.223" v="39" actId="20577"/>
          <ac:spMkLst>
            <pc:docMk/>
            <pc:sldMk cId="3833172549" sldId="264"/>
            <ac:spMk id="5" creationId="{783EC7C8-A538-7EE7-7DE4-1B2B96072DA9}"/>
          </ac:spMkLst>
        </pc:spChg>
        <pc:picChg chg="add mod">
          <ac:chgData name="Veerle Damm" userId="8d8f6742-9e7e-4e00-9132-b652dd15f1a0" providerId="ADAL" clId="{464DA444-7A0B-449F-B448-59BAE74FDD9E}" dt="2023-12-14T11:53:08.923" v="749" actId="1076"/>
          <ac:picMkLst>
            <pc:docMk/>
            <pc:sldMk cId="3833172549" sldId="264"/>
            <ac:picMk id="6" creationId="{F11FB2DD-029D-1174-0FC7-BDA18718DB6A}"/>
          </ac:picMkLst>
        </pc:picChg>
        <pc:picChg chg="add mod">
          <ac:chgData name="Veerle Damm" userId="8d8f6742-9e7e-4e00-9132-b652dd15f1a0" providerId="ADAL" clId="{464DA444-7A0B-449F-B448-59BAE74FDD9E}" dt="2023-12-14T11:53:06.229" v="748" actId="1076"/>
          <ac:picMkLst>
            <pc:docMk/>
            <pc:sldMk cId="3833172549" sldId="264"/>
            <ac:picMk id="8" creationId="{A52A3DA8-76BE-1302-4BAC-087660985F40}"/>
          </ac:picMkLst>
        </pc:picChg>
      </pc:sldChg>
      <pc:sldChg chg="modSp add del">
        <pc:chgData name="Veerle Damm" userId="8d8f6742-9e7e-4e00-9132-b652dd15f1a0" providerId="ADAL" clId="{464DA444-7A0B-449F-B448-59BAE74FDD9E}" dt="2023-12-14T12:21:20.344" v="2064" actId="47"/>
        <pc:sldMkLst>
          <pc:docMk/>
          <pc:sldMk cId="2216434117" sldId="265"/>
        </pc:sldMkLst>
        <pc:spChg chg="mod">
          <ac:chgData name="Veerle Damm" userId="8d8f6742-9e7e-4e00-9132-b652dd15f1a0" providerId="ADAL" clId="{464DA444-7A0B-449F-B448-59BAE74FDD9E}" dt="2023-12-14T12:21:18.508" v="2063" actId="6549"/>
          <ac:spMkLst>
            <pc:docMk/>
            <pc:sldMk cId="2216434117" sldId="265"/>
            <ac:spMk id="3" creationId="{C3F4FB4A-807B-2501-0A4E-9E0DD34497E4}"/>
          </ac:spMkLst>
        </pc:spChg>
      </pc:sldChg>
      <pc:sldChg chg="modSp mod">
        <pc:chgData name="Veerle Damm" userId="8d8f6742-9e7e-4e00-9132-b652dd15f1a0" providerId="ADAL" clId="{464DA444-7A0B-449F-B448-59BAE74FDD9E}" dt="2023-12-26T09:06:01.681" v="6523" actId="20577"/>
        <pc:sldMkLst>
          <pc:docMk/>
          <pc:sldMk cId="702372553" sldId="301"/>
        </pc:sldMkLst>
        <pc:spChg chg="mod">
          <ac:chgData name="Veerle Damm" userId="8d8f6742-9e7e-4e00-9132-b652dd15f1a0" providerId="ADAL" clId="{464DA444-7A0B-449F-B448-59BAE74FDD9E}" dt="2023-12-26T09:06:01.681" v="6523" actId="20577"/>
          <ac:spMkLst>
            <pc:docMk/>
            <pc:sldMk cId="702372553" sldId="301"/>
            <ac:spMk id="3" creationId="{557B153C-8510-81F3-F695-3D0054DFB723}"/>
          </ac:spMkLst>
        </pc:spChg>
        <pc:spChg chg="mod">
          <ac:chgData name="Veerle Damm" userId="8d8f6742-9e7e-4e00-9132-b652dd15f1a0" providerId="ADAL" clId="{464DA444-7A0B-449F-B448-59BAE74FDD9E}" dt="2023-12-26T09:05:01.190" v="6505" actId="20577"/>
          <ac:spMkLst>
            <pc:docMk/>
            <pc:sldMk cId="702372553" sldId="301"/>
            <ac:spMk id="6" creationId="{C1884292-BEC6-BC8E-CCFD-67D682FA99F5}"/>
          </ac:spMkLst>
        </pc:spChg>
        <pc:spChg chg="mod">
          <ac:chgData name="Veerle Damm" userId="8d8f6742-9e7e-4e00-9132-b652dd15f1a0" providerId="ADAL" clId="{464DA444-7A0B-449F-B448-59BAE74FDD9E}" dt="2023-12-26T09:05:12.847" v="6507" actId="20577"/>
          <ac:spMkLst>
            <pc:docMk/>
            <pc:sldMk cId="702372553" sldId="301"/>
            <ac:spMk id="7" creationId="{4D2051D8-DFEA-70F3-C889-735AB7D8EC67}"/>
          </ac:spMkLst>
        </pc:spChg>
      </pc:sldChg>
      <pc:sldChg chg="modSp mod">
        <pc:chgData name="Veerle Damm" userId="8d8f6742-9e7e-4e00-9132-b652dd15f1a0" providerId="ADAL" clId="{464DA444-7A0B-449F-B448-59BAE74FDD9E}" dt="2023-12-26T09:08:41.719" v="6578" actId="20577"/>
        <pc:sldMkLst>
          <pc:docMk/>
          <pc:sldMk cId="4027413657" sldId="304"/>
        </pc:sldMkLst>
        <pc:spChg chg="mod">
          <ac:chgData name="Veerle Damm" userId="8d8f6742-9e7e-4e00-9132-b652dd15f1a0" providerId="ADAL" clId="{464DA444-7A0B-449F-B448-59BAE74FDD9E}" dt="2023-12-26T09:05:56.560" v="6519" actId="20577"/>
          <ac:spMkLst>
            <pc:docMk/>
            <pc:sldMk cId="4027413657" sldId="304"/>
            <ac:spMk id="3" creationId="{557B153C-8510-81F3-F695-3D0054DFB723}"/>
          </ac:spMkLst>
        </pc:spChg>
        <pc:spChg chg="mod">
          <ac:chgData name="Veerle Damm" userId="8d8f6742-9e7e-4e00-9132-b652dd15f1a0" providerId="ADAL" clId="{464DA444-7A0B-449F-B448-59BAE74FDD9E}" dt="2023-12-26T09:08:41.719" v="6578" actId="20577"/>
          <ac:spMkLst>
            <pc:docMk/>
            <pc:sldMk cId="4027413657" sldId="304"/>
            <ac:spMk id="6" creationId="{C1884292-BEC6-BC8E-CCFD-67D682FA99F5}"/>
          </ac:spMkLst>
        </pc:spChg>
      </pc:sldChg>
      <pc:sldChg chg="del">
        <pc:chgData name="Veerle Damm" userId="8d8f6742-9e7e-4e00-9132-b652dd15f1a0" providerId="ADAL" clId="{464DA444-7A0B-449F-B448-59BAE74FDD9E}" dt="2023-12-14T11:53:17.811" v="750" actId="47"/>
        <pc:sldMkLst>
          <pc:docMk/>
          <pc:sldMk cId="2840811382" sldId="373"/>
        </pc:sldMkLst>
      </pc:sldChg>
      <pc:sldChg chg="del">
        <pc:chgData name="Veerle Damm" userId="8d8f6742-9e7e-4e00-9132-b652dd15f1a0" providerId="ADAL" clId="{464DA444-7A0B-449F-B448-59BAE74FDD9E}" dt="2023-12-14T11:53:19.632" v="751" actId="47"/>
        <pc:sldMkLst>
          <pc:docMk/>
          <pc:sldMk cId="803794864" sldId="374"/>
        </pc:sldMkLst>
      </pc:sldChg>
      <pc:sldChg chg="del">
        <pc:chgData name="Veerle Damm" userId="8d8f6742-9e7e-4e00-9132-b652dd15f1a0" providerId="ADAL" clId="{464DA444-7A0B-449F-B448-59BAE74FDD9E}" dt="2023-12-14T11:53:20.403" v="752" actId="47"/>
        <pc:sldMkLst>
          <pc:docMk/>
          <pc:sldMk cId="4003013141" sldId="375"/>
        </pc:sldMkLst>
      </pc:sldChg>
      <pc:sldChg chg="del">
        <pc:chgData name="Veerle Damm" userId="8d8f6742-9e7e-4e00-9132-b652dd15f1a0" providerId="ADAL" clId="{464DA444-7A0B-449F-B448-59BAE74FDD9E}" dt="2023-12-14T12:11:57.732" v="1566" actId="47"/>
        <pc:sldMkLst>
          <pc:docMk/>
          <pc:sldMk cId="3829048556" sldId="376"/>
        </pc:sldMkLst>
      </pc:sldChg>
      <pc:sldChg chg="del">
        <pc:chgData name="Veerle Damm" userId="8d8f6742-9e7e-4e00-9132-b652dd15f1a0" providerId="ADAL" clId="{464DA444-7A0B-449F-B448-59BAE74FDD9E}" dt="2023-12-14T12:11:58.087" v="1567" actId="47"/>
        <pc:sldMkLst>
          <pc:docMk/>
          <pc:sldMk cId="111494127" sldId="377"/>
        </pc:sldMkLst>
      </pc:sldChg>
      <pc:sldChg chg="del">
        <pc:chgData name="Veerle Damm" userId="8d8f6742-9e7e-4e00-9132-b652dd15f1a0" providerId="ADAL" clId="{464DA444-7A0B-449F-B448-59BAE74FDD9E}" dt="2023-12-14T12:11:58.440" v="1568" actId="47"/>
        <pc:sldMkLst>
          <pc:docMk/>
          <pc:sldMk cId="4045628343" sldId="378"/>
        </pc:sldMkLst>
      </pc:sldChg>
      <pc:sldChg chg="del">
        <pc:chgData name="Veerle Damm" userId="8d8f6742-9e7e-4e00-9132-b652dd15f1a0" providerId="ADAL" clId="{464DA444-7A0B-449F-B448-59BAE74FDD9E}" dt="2023-12-14T12:11:58.988" v="1569" actId="47"/>
        <pc:sldMkLst>
          <pc:docMk/>
          <pc:sldMk cId="731465185" sldId="379"/>
        </pc:sldMkLst>
      </pc:sldChg>
      <pc:sldChg chg="del">
        <pc:chgData name="Veerle Damm" userId="8d8f6742-9e7e-4e00-9132-b652dd15f1a0" providerId="ADAL" clId="{464DA444-7A0B-449F-B448-59BAE74FDD9E}" dt="2023-12-14T12:11:59.352" v="1570" actId="47"/>
        <pc:sldMkLst>
          <pc:docMk/>
          <pc:sldMk cId="1265646002" sldId="380"/>
        </pc:sldMkLst>
      </pc:sldChg>
      <pc:sldChg chg="del">
        <pc:chgData name="Veerle Damm" userId="8d8f6742-9e7e-4e00-9132-b652dd15f1a0" providerId="ADAL" clId="{464DA444-7A0B-449F-B448-59BAE74FDD9E}" dt="2023-12-14T12:11:59.767" v="1571" actId="47"/>
        <pc:sldMkLst>
          <pc:docMk/>
          <pc:sldMk cId="4058132161" sldId="381"/>
        </pc:sldMkLst>
      </pc:sldChg>
      <pc:sldChg chg="del">
        <pc:chgData name="Veerle Damm" userId="8d8f6742-9e7e-4e00-9132-b652dd15f1a0" providerId="ADAL" clId="{464DA444-7A0B-449F-B448-59BAE74FDD9E}" dt="2023-12-14T12:12:00.168" v="1572" actId="47"/>
        <pc:sldMkLst>
          <pc:docMk/>
          <pc:sldMk cId="1830187691" sldId="382"/>
        </pc:sldMkLst>
      </pc:sldChg>
      <pc:sldChg chg="del">
        <pc:chgData name="Veerle Damm" userId="8d8f6742-9e7e-4e00-9132-b652dd15f1a0" providerId="ADAL" clId="{464DA444-7A0B-449F-B448-59BAE74FDD9E}" dt="2023-12-14T12:12:00.554" v="1573" actId="47"/>
        <pc:sldMkLst>
          <pc:docMk/>
          <pc:sldMk cId="1971099660" sldId="383"/>
        </pc:sldMkLst>
      </pc:sldChg>
      <pc:sldChg chg="del">
        <pc:chgData name="Veerle Damm" userId="8d8f6742-9e7e-4e00-9132-b652dd15f1a0" providerId="ADAL" clId="{464DA444-7A0B-449F-B448-59BAE74FDD9E}" dt="2023-12-14T12:12:00.992" v="1574" actId="47"/>
        <pc:sldMkLst>
          <pc:docMk/>
          <pc:sldMk cId="3182834698" sldId="384"/>
        </pc:sldMkLst>
      </pc:sldChg>
      <pc:sldChg chg="del">
        <pc:chgData name="Veerle Damm" userId="8d8f6742-9e7e-4e00-9132-b652dd15f1a0" providerId="ADAL" clId="{464DA444-7A0B-449F-B448-59BAE74FDD9E}" dt="2023-12-14T12:12:01.374" v="1575" actId="47"/>
        <pc:sldMkLst>
          <pc:docMk/>
          <pc:sldMk cId="3621630514" sldId="385"/>
        </pc:sldMkLst>
      </pc:sldChg>
      <pc:sldChg chg="del">
        <pc:chgData name="Veerle Damm" userId="8d8f6742-9e7e-4e00-9132-b652dd15f1a0" providerId="ADAL" clId="{464DA444-7A0B-449F-B448-59BAE74FDD9E}" dt="2023-12-14T12:12:01.825" v="1576" actId="47"/>
        <pc:sldMkLst>
          <pc:docMk/>
          <pc:sldMk cId="1867751586" sldId="386"/>
        </pc:sldMkLst>
      </pc:sldChg>
      <pc:sldChg chg="del">
        <pc:chgData name="Veerle Damm" userId="8d8f6742-9e7e-4e00-9132-b652dd15f1a0" providerId="ADAL" clId="{464DA444-7A0B-449F-B448-59BAE74FDD9E}" dt="2023-12-14T12:12:02.258" v="1577" actId="47"/>
        <pc:sldMkLst>
          <pc:docMk/>
          <pc:sldMk cId="2034930898" sldId="387"/>
        </pc:sldMkLst>
      </pc:sldChg>
      <pc:sldChg chg="del">
        <pc:chgData name="Veerle Damm" userId="8d8f6742-9e7e-4e00-9132-b652dd15f1a0" providerId="ADAL" clId="{464DA444-7A0B-449F-B448-59BAE74FDD9E}" dt="2023-12-14T12:12:02.681" v="1578" actId="47"/>
        <pc:sldMkLst>
          <pc:docMk/>
          <pc:sldMk cId="1674627671" sldId="388"/>
        </pc:sldMkLst>
      </pc:sldChg>
      <pc:sldChg chg="del">
        <pc:chgData name="Veerle Damm" userId="8d8f6742-9e7e-4e00-9132-b652dd15f1a0" providerId="ADAL" clId="{464DA444-7A0B-449F-B448-59BAE74FDD9E}" dt="2023-12-14T12:12:03.244" v="1579" actId="47"/>
        <pc:sldMkLst>
          <pc:docMk/>
          <pc:sldMk cId="1379504855" sldId="389"/>
        </pc:sldMkLst>
      </pc:sldChg>
      <pc:sldChg chg="del">
        <pc:chgData name="Veerle Damm" userId="8d8f6742-9e7e-4e00-9132-b652dd15f1a0" providerId="ADAL" clId="{464DA444-7A0B-449F-B448-59BAE74FDD9E}" dt="2023-12-14T12:12:03.658" v="1580" actId="47"/>
        <pc:sldMkLst>
          <pc:docMk/>
          <pc:sldMk cId="57272521" sldId="390"/>
        </pc:sldMkLst>
      </pc:sldChg>
      <pc:sldChg chg="del">
        <pc:chgData name="Veerle Damm" userId="8d8f6742-9e7e-4e00-9132-b652dd15f1a0" providerId="ADAL" clId="{464DA444-7A0B-449F-B448-59BAE74FDD9E}" dt="2023-12-14T12:12:04.089" v="1581" actId="47"/>
        <pc:sldMkLst>
          <pc:docMk/>
          <pc:sldMk cId="3615312041" sldId="391"/>
        </pc:sldMkLst>
      </pc:sldChg>
      <pc:sldChg chg="del">
        <pc:chgData name="Veerle Damm" userId="8d8f6742-9e7e-4e00-9132-b652dd15f1a0" providerId="ADAL" clId="{464DA444-7A0B-449F-B448-59BAE74FDD9E}" dt="2023-12-14T12:12:04.747" v="1582" actId="47"/>
        <pc:sldMkLst>
          <pc:docMk/>
          <pc:sldMk cId="3312352211" sldId="392"/>
        </pc:sldMkLst>
      </pc:sldChg>
      <pc:sldChg chg="del">
        <pc:chgData name="Veerle Damm" userId="8d8f6742-9e7e-4e00-9132-b652dd15f1a0" providerId="ADAL" clId="{464DA444-7A0B-449F-B448-59BAE74FDD9E}" dt="2023-12-14T12:12:05.179" v="1583" actId="47"/>
        <pc:sldMkLst>
          <pc:docMk/>
          <pc:sldMk cId="4050819975" sldId="393"/>
        </pc:sldMkLst>
      </pc:sldChg>
      <pc:sldChg chg="del">
        <pc:chgData name="Veerle Damm" userId="8d8f6742-9e7e-4e00-9132-b652dd15f1a0" providerId="ADAL" clId="{464DA444-7A0B-449F-B448-59BAE74FDD9E}" dt="2023-12-14T12:12:05.733" v="1584" actId="47"/>
        <pc:sldMkLst>
          <pc:docMk/>
          <pc:sldMk cId="65887210" sldId="394"/>
        </pc:sldMkLst>
      </pc:sldChg>
      <pc:sldChg chg="modSp mod">
        <pc:chgData name="Veerle Damm" userId="8d8f6742-9e7e-4e00-9132-b652dd15f1a0" providerId="ADAL" clId="{464DA444-7A0B-449F-B448-59BAE74FDD9E}" dt="2023-12-26T09:08:46.328" v="6579" actId="58"/>
        <pc:sldMkLst>
          <pc:docMk/>
          <pc:sldMk cId="1155509676" sldId="395"/>
        </pc:sldMkLst>
        <pc:spChg chg="mod">
          <ac:chgData name="Veerle Damm" userId="8d8f6742-9e7e-4e00-9132-b652dd15f1a0" providerId="ADAL" clId="{464DA444-7A0B-449F-B448-59BAE74FDD9E}" dt="2023-12-26T09:06:05.573" v="6527" actId="20577"/>
          <ac:spMkLst>
            <pc:docMk/>
            <pc:sldMk cId="1155509676" sldId="395"/>
            <ac:spMk id="3" creationId="{557B153C-8510-81F3-F695-3D0054DFB723}"/>
          </ac:spMkLst>
        </pc:spChg>
        <pc:spChg chg="mod">
          <ac:chgData name="Veerle Damm" userId="8d8f6742-9e7e-4e00-9132-b652dd15f1a0" providerId="ADAL" clId="{464DA444-7A0B-449F-B448-59BAE74FDD9E}" dt="2023-12-26T09:08:46.328" v="6579" actId="58"/>
          <ac:spMkLst>
            <pc:docMk/>
            <pc:sldMk cId="1155509676" sldId="395"/>
            <ac:spMk id="6" creationId="{C1884292-BEC6-BC8E-CCFD-67D682FA99F5}"/>
          </ac:spMkLst>
        </pc:spChg>
      </pc:sldChg>
      <pc:sldChg chg="modSp mod">
        <pc:chgData name="Veerle Damm" userId="8d8f6742-9e7e-4e00-9132-b652dd15f1a0" providerId="ADAL" clId="{464DA444-7A0B-449F-B448-59BAE74FDD9E}" dt="2023-12-26T09:08:52.180" v="6580" actId="58"/>
        <pc:sldMkLst>
          <pc:docMk/>
          <pc:sldMk cId="1034960016" sldId="396"/>
        </pc:sldMkLst>
        <pc:spChg chg="mod">
          <ac:chgData name="Veerle Damm" userId="8d8f6742-9e7e-4e00-9132-b652dd15f1a0" providerId="ADAL" clId="{464DA444-7A0B-449F-B448-59BAE74FDD9E}" dt="2023-12-26T09:06:10.259" v="6531" actId="20577"/>
          <ac:spMkLst>
            <pc:docMk/>
            <pc:sldMk cId="1034960016" sldId="396"/>
            <ac:spMk id="3" creationId="{557B153C-8510-81F3-F695-3D0054DFB723}"/>
          </ac:spMkLst>
        </pc:spChg>
        <pc:spChg chg="mod">
          <ac:chgData name="Veerle Damm" userId="8d8f6742-9e7e-4e00-9132-b652dd15f1a0" providerId="ADAL" clId="{464DA444-7A0B-449F-B448-59BAE74FDD9E}" dt="2023-12-26T09:08:52.180" v="6580" actId="58"/>
          <ac:spMkLst>
            <pc:docMk/>
            <pc:sldMk cId="1034960016" sldId="396"/>
            <ac:spMk id="6" creationId="{C1884292-BEC6-BC8E-CCFD-67D682FA99F5}"/>
          </ac:spMkLst>
        </pc:spChg>
        <pc:spChg chg="mod">
          <ac:chgData name="Veerle Damm" userId="8d8f6742-9e7e-4e00-9132-b652dd15f1a0" providerId="ADAL" clId="{464DA444-7A0B-449F-B448-59BAE74FDD9E}" dt="2023-12-26T09:05:48.232" v="6515" actId="20577"/>
          <ac:spMkLst>
            <pc:docMk/>
            <pc:sldMk cId="1034960016" sldId="396"/>
            <ac:spMk id="7" creationId="{4D2051D8-DFEA-70F3-C889-735AB7D8EC67}"/>
          </ac:spMkLst>
        </pc:spChg>
      </pc:sldChg>
      <pc:sldChg chg="modSp mod">
        <pc:chgData name="Veerle Damm" userId="8d8f6742-9e7e-4e00-9132-b652dd15f1a0" providerId="ADAL" clId="{464DA444-7A0B-449F-B448-59BAE74FDD9E}" dt="2023-12-26T09:06:31.147" v="6540" actId="6549"/>
        <pc:sldMkLst>
          <pc:docMk/>
          <pc:sldMk cId="3813807747" sldId="397"/>
        </pc:sldMkLst>
        <pc:spChg chg="mod">
          <ac:chgData name="Veerle Damm" userId="8d8f6742-9e7e-4e00-9132-b652dd15f1a0" providerId="ADAL" clId="{464DA444-7A0B-449F-B448-59BAE74FDD9E}" dt="2023-12-26T09:06:15.070" v="6535" actId="20577"/>
          <ac:spMkLst>
            <pc:docMk/>
            <pc:sldMk cId="3813807747" sldId="397"/>
            <ac:spMk id="3" creationId="{557B153C-8510-81F3-F695-3D0054DFB723}"/>
          </ac:spMkLst>
        </pc:spChg>
        <pc:spChg chg="mod">
          <ac:chgData name="Veerle Damm" userId="8d8f6742-9e7e-4e00-9132-b652dd15f1a0" providerId="ADAL" clId="{464DA444-7A0B-449F-B448-59BAE74FDD9E}" dt="2023-12-26T09:06:31.147" v="6540" actId="6549"/>
          <ac:spMkLst>
            <pc:docMk/>
            <pc:sldMk cId="3813807747" sldId="397"/>
            <ac:spMk id="6" creationId="{C1884292-BEC6-BC8E-CCFD-67D682FA99F5}"/>
          </ac:spMkLst>
        </pc:spChg>
      </pc:sldChg>
      <pc:sldChg chg="modSp mod">
        <pc:chgData name="Veerle Damm" userId="8d8f6742-9e7e-4e00-9132-b652dd15f1a0" providerId="ADAL" clId="{464DA444-7A0B-449F-B448-59BAE74FDD9E}" dt="2023-12-26T09:07:00.849" v="6551" actId="20577"/>
        <pc:sldMkLst>
          <pc:docMk/>
          <pc:sldMk cId="3163411138" sldId="398"/>
        </pc:sldMkLst>
        <pc:spChg chg="mod">
          <ac:chgData name="Veerle Damm" userId="8d8f6742-9e7e-4e00-9132-b652dd15f1a0" providerId="ADAL" clId="{464DA444-7A0B-449F-B448-59BAE74FDD9E}" dt="2023-12-26T09:06:45.199" v="6546" actId="20577"/>
          <ac:spMkLst>
            <pc:docMk/>
            <pc:sldMk cId="3163411138" sldId="398"/>
            <ac:spMk id="3" creationId="{557B153C-8510-81F3-F695-3D0054DFB723}"/>
          </ac:spMkLst>
        </pc:spChg>
        <pc:spChg chg="mod">
          <ac:chgData name="Veerle Damm" userId="8d8f6742-9e7e-4e00-9132-b652dd15f1a0" providerId="ADAL" clId="{464DA444-7A0B-449F-B448-59BAE74FDD9E}" dt="2023-12-26T09:06:40.084" v="6542" actId="20577"/>
          <ac:spMkLst>
            <pc:docMk/>
            <pc:sldMk cId="3163411138" sldId="398"/>
            <ac:spMk id="6" creationId="{C1884292-BEC6-BC8E-CCFD-67D682FA99F5}"/>
          </ac:spMkLst>
        </pc:spChg>
        <pc:spChg chg="mod">
          <ac:chgData name="Veerle Damm" userId="8d8f6742-9e7e-4e00-9132-b652dd15f1a0" providerId="ADAL" clId="{464DA444-7A0B-449F-B448-59BAE74FDD9E}" dt="2023-12-26T09:07:00.849" v="6551" actId="20577"/>
          <ac:spMkLst>
            <pc:docMk/>
            <pc:sldMk cId="3163411138" sldId="398"/>
            <ac:spMk id="7" creationId="{4D2051D8-DFEA-70F3-C889-735AB7D8EC67}"/>
          </ac:spMkLst>
        </pc:spChg>
      </pc:sldChg>
      <pc:sldChg chg="modSp mod">
        <pc:chgData name="Veerle Damm" userId="8d8f6742-9e7e-4e00-9132-b652dd15f1a0" providerId="ADAL" clId="{464DA444-7A0B-449F-B448-59BAE74FDD9E}" dt="2023-12-26T09:07:15.834" v="6556" actId="20577"/>
        <pc:sldMkLst>
          <pc:docMk/>
          <pc:sldMk cId="2435194185" sldId="399"/>
        </pc:sldMkLst>
        <pc:spChg chg="mod">
          <ac:chgData name="Veerle Damm" userId="8d8f6742-9e7e-4e00-9132-b652dd15f1a0" providerId="ADAL" clId="{464DA444-7A0B-449F-B448-59BAE74FDD9E}" dt="2023-12-26T09:07:15.834" v="6556" actId="20577"/>
          <ac:spMkLst>
            <pc:docMk/>
            <pc:sldMk cId="2435194185" sldId="399"/>
            <ac:spMk id="3" creationId="{557B153C-8510-81F3-F695-3D0054DFB723}"/>
          </ac:spMkLst>
        </pc:spChg>
        <pc:spChg chg="mod">
          <ac:chgData name="Veerle Damm" userId="8d8f6742-9e7e-4e00-9132-b652dd15f1a0" providerId="ADAL" clId="{464DA444-7A0B-449F-B448-59BAE74FDD9E}" dt="2023-12-26T09:07:11.856" v="6552"/>
          <ac:spMkLst>
            <pc:docMk/>
            <pc:sldMk cId="2435194185" sldId="399"/>
            <ac:spMk id="6" creationId="{C1884292-BEC6-BC8E-CCFD-67D682FA99F5}"/>
          </ac:spMkLst>
        </pc:spChg>
      </pc:sldChg>
      <pc:sldChg chg="modSp mod">
        <pc:chgData name="Veerle Damm" userId="8d8f6742-9e7e-4e00-9132-b652dd15f1a0" providerId="ADAL" clId="{464DA444-7A0B-449F-B448-59BAE74FDD9E}" dt="2023-12-26T09:07:38.413" v="6563" actId="20577"/>
        <pc:sldMkLst>
          <pc:docMk/>
          <pc:sldMk cId="3540011764" sldId="400"/>
        </pc:sldMkLst>
        <pc:spChg chg="mod">
          <ac:chgData name="Veerle Damm" userId="8d8f6742-9e7e-4e00-9132-b652dd15f1a0" providerId="ADAL" clId="{464DA444-7A0B-449F-B448-59BAE74FDD9E}" dt="2023-12-26T09:07:38.413" v="6563" actId="20577"/>
          <ac:spMkLst>
            <pc:docMk/>
            <pc:sldMk cId="3540011764" sldId="400"/>
            <ac:spMk id="3" creationId="{557B153C-8510-81F3-F695-3D0054DFB723}"/>
          </ac:spMkLst>
        </pc:spChg>
        <pc:spChg chg="mod">
          <ac:chgData name="Veerle Damm" userId="8d8f6742-9e7e-4e00-9132-b652dd15f1a0" providerId="ADAL" clId="{464DA444-7A0B-449F-B448-59BAE74FDD9E}" dt="2023-12-26T09:07:20.676" v="6557"/>
          <ac:spMkLst>
            <pc:docMk/>
            <pc:sldMk cId="3540011764" sldId="400"/>
            <ac:spMk id="6" creationId="{C1884292-BEC6-BC8E-CCFD-67D682FA99F5}"/>
          </ac:spMkLst>
        </pc:spChg>
        <pc:spChg chg="mod">
          <ac:chgData name="Veerle Damm" userId="8d8f6742-9e7e-4e00-9132-b652dd15f1a0" providerId="ADAL" clId="{464DA444-7A0B-449F-B448-59BAE74FDD9E}" dt="2023-12-26T09:07:34.936" v="6559" actId="20577"/>
          <ac:spMkLst>
            <pc:docMk/>
            <pc:sldMk cId="3540011764" sldId="400"/>
            <ac:spMk id="7" creationId="{4D2051D8-DFEA-70F3-C889-735AB7D8EC67}"/>
          </ac:spMkLst>
        </pc:spChg>
      </pc:sldChg>
      <pc:sldChg chg="modSp mod">
        <pc:chgData name="Veerle Damm" userId="8d8f6742-9e7e-4e00-9132-b652dd15f1a0" providerId="ADAL" clId="{464DA444-7A0B-449F-B448-59BAE74FDD9E}" dt="2023-12-26T09:09:13.974" v="6582"/>
        <pc:sldMkLst>
          <pc:docMk/>
          <pc:sldMk cId="3144748142" sldId="401"/>
        </pc:sldMkLst>
        <pc:spChg chg="mod">
          <ac:chgData name="Veerle Damm" userId="8d8f6742-9e7e-4e00-9132-b652dd15f1a0" providerId="ADAL" clId="{464DA444-7A0B-449F-B448-59BAE74FDD9E}" dt="2023-12-26T09:08:23.544" v="6575" actId="20577"/>
          <ac:spMkLst>
            <pc:docMk/>
            <pc:sldMk cId="3144748142" sldId="401"/>
            <ac:spMk id="3" creationId="{557B153C-8510-81F3-F695-3D0054DFB723}"/>
          </ac:spMkLst>
        </pc:spChg>
        <pc:spChg chg="mod">
          <ac:chgData name="Veerle Damm" userId="8d8f6742-9e7e-4e00-9132-b652dd15f1a0" providerId="ADAL" clId="{464DA444-7A0B-449F-B448-59BAE74FDD9E}" dt="2023-12-26T09:09:13.974" v="6582"/>
          <ac:spMkLst>
            <pc:docMk/>
            <pc:sldMk cId="3144748142" sldId="401"/>
            <ac:spMk id="6" creationId="{C1884292-BEC6-BC8E-CCFD-67D682FA99F5}"/>
          </ac:spMkLst>
        </pc:spChg>
      </pc:sldChg>
      <pc:sldChg chg="modSp mod">
        <pc:chgData name="Veerle Damm" userId="8d8f6742-9e7e-4e00-9132-b652dd15f1a0" providerId="ADAL" clId="{464DA444-7A0B-449F-B448-59BAE74FDD9E}" dt="2023-12-26T09:08:18.669" v="6573" actId="20577"/>
        <pc:sldMkLst>
          <pc:docMk/>
          <pc:sldMk cId="4241965025" sldId="402"/>
        </pc:sldMkLst>
        <pc:spChg chg="mod">
          <ac:chgData name="Veerle Damm" userId="8d8f6742-9e7e-4e00-9132-b652dd15f1a0" providerId="ADAL" clId="{464DA444-7A0B-449F-B448-59BAE74FDD9E}" dt="2023-12-26T09:08:18.669" v="6573" actId="20577"/>
          <ac:spMkLst>
            <pc:docMk/>
            <pc:sldMk cId="4241965025" sldId="402"/>
            <ac:spMk id="3" creationId="{557B153C-8510-81F3-F695-3D0054DFB723}"/>
          </ac:spMkLst>
        </pc:spChg>
        <pc:spChg chg="mod">
          <ac:chgData name="Veerle Damm" userId="8d8f6742-9e7e-4e00-9132-b652dd15f1a0" providerId="ADAL" clId="{464DA444-7A0B-449F-B448-59BAE74FDD9E}" dt="2023-12-26T09:08:00.979" v="6567" actId="20577"/>
          <ac:spMkLst>
            <pc:docMk/>
            <pc:sldMk cId="4241965025" sldId="402"/>
            <ac:spMk id="6" creationId="{C1884292-BEC6-BC8E-CCFD-67D682FA99F5}"/>
          </ac:spMkLst>
        </pc:spChg>
        <pc:spChg chg="mod">
          <ac:chgData name="Veerle Damm" userId="8d8f6742-9e7e-4e00-9132-b652dd15f1a0" providerId="ADAL" clId="{464DA444-7A0B-449F-B448-59BAE74FDD9E}" dt="2023-12-26T09:08:14.077" v="6569" actId="20577"/>
          <ac:spMkLst>
            <pc:docMk/>
            <pc:sldMk cId="4241965025" sldId="402"/>
            <ac:spMk id="7" creationId="{4D2051D8-DFEA-70F3-C889-735AB7D8EC67}"/>
          </ac:spMkLst>
        </pc:spChg>
      </pc:sldChg>
      <pc:sldChg chg="del">
        <pc:chgData name="Veerle Damm" userId="8d8f6742-9e7e-4e00-9132-b652dd15f1a0" providerId="ADAL" clId="{464DA444-7A0B-449F-B448-59BAE74FDD9E}" dt="2023-12-26T09:09:22.152" v="6583" actId="47"/>
        <pc:sldMkLst>
          <pc:docMk/>
          <pc:sldMk cId="1280897979" sldId="403"/>
        </pc:sldMkLst>
      </pc:sldChg>
      <pc:sldChg chg="del">
        <pc:chgData name="Veerle Damm" userId="8d8f6742-9e7e-4e00-9132-b652dd15f1a0" providerId="ADAL" clId="{464DA444-7A0B-449F-B448-59BAE74FDD9E}" dt="2023-12-26T09:09:22.952" v="6584" actId="47"/>
        <pc:sldMkLst>
          <pc:docMk/>
          <pc:sldMk cId="1396841311" sldId="404"/>
        </pc:sldMkLst>
      </pc:sldChg>
      <pc:sldChg chg="addSp delSp modSp add mod modAnim">
        <pc:chgData name="Veerle Damm" userId="8d8f6742-9e7e-4e00-9132-b652dd15f1a0" providerId="ADAL" clId="{464DA444-7A0B-449F-B448-59BAE74FDD9E}" dt="2023-12-14T12:00:34.377" v="1012" actId="732"/>
        <pc:sldMkLst>
          <pc:docMk/>
          <pc:sldMk cId="1466865986" sldId="405"/>
        </pc:sldMkLst>
        <pc:spChg chg="mod">
          <ac:chgData name="Veerle Damm" userId="8d8f6742-9e7e-4e00-9132-b652dd15f1a0" providerId="ADAL" clId="{464DA444-7A0B-449F-B448-59BAE74FDD9E}" dt="2023-12-14T11:58:43.604" v="1009" actId="20577"/>
          <ac:spMkLst>
            <pc:docMk/>
            <pc:sldMk cId="1466865986" sldId="405"/>
            <ac:spMk id="3" creationId="{C3F4FB4A-807B-2501-0A4E-9E0DD34497E4}"/>
          </ac:spMkLst>
        </pc:spChg>
        <pc:spChg chg="mod">
          <ac:chgData name="Veerle Damm" userId="8d8f6742-9e7e-4e00-9132-b652dd15f1a0" providerId="ADAL" clId="{464DA444-7A0B-449F-B448-59BAE74FDD9E}" dt="2023-12-14T11:54:10.795" v="779" actId="20577"/>
          <ac:spMkLst>
            <pc:docMk/>
            <pc:sldMk cId="1466865986" sldId="405"/>
            <ac:spMk id="5" creationId="{783EC7C8-A538-7EE7-7DE4-1B2B96072DA9}"/>
          </ac:spMkLst>
        </pc:spChg>
        <pc:picChg chg="del">
          <ac:chgData name="Veerle Damm" userId="8d8f6742-9e7e-4e00-9132-b652dd15f1a0" providerId="ADAL" clId="{464DA444-7A0B-449F-B448-59BAE74FDD9E}" dt="2023-12-14T11:54:02.176" v="772" actId="478"/>
          <ac:picMkLst>
            <pc:docMk/>
            <pc:sldMk cId="1466865986" sldId="405"/>
            <ac:picMk id="6" creationId="{F11FB2DD-029D-1174-0FC7-BDA18718DB6A}"/>
          </ac:picMkLst>
        </pc:picChg>
        <pc:picChg chg="add mod modCrop">
          <ac:chgData name="Veerle Damm" userId="8d8f6742-9e7e-4e00-9132-b652dd15f1a0" providerId="ADAL" clId="{464DA444-7A0B-449F-B448-59BAE74FDD9E}" dt="2023-12-14T12:00:34.377" v="1012" actId="732"/>
          <ac:picMkLst>
            <pc:docMk/>
            <pc:sldMk cId="1466865986" sldId="405"/>
            <ac:picMk id="7" creationId="{2E1432C6-6150-4AD3-E7A9-132B26B163FB}"/>
          </ac:picMkLst>
        </pc:picChg>
        <pc:picChg chg="del">
          <ac:chgData name="Veerle Damm" userId="8d8f6742-9e7e-4e00-9132-b652dd15f1a0" providerId="ADAL" clId="{464DA444-7A0B-449F-B448-59BAE74FDD9E}" dt="2023-12-14T11:54:02.920" v="773" actId="478"/>
          <ac:picMkLst>
            <pc:docMk/>
            <pc:sldMk cId="1466865986" sldId="405"/>
            <ac:picMk id="8" creationId="{A52A3DA8-76BE-1302-4BAC-087660985F40}"/>
          </ac:picMkLst>
        </pc:picChg>
      </pc:sldChg>
      <pc:sldChg chg="addSp delSp modSp add mod modAnim">
        <pc:chgData name="Veerle Damm" userId="8d8f6742-9e7e-4e00-9132-b652dd15f1a0" providerId="ADAL" clId="{464DA444-7A0B-449F-B448-59BAE74FDD9E}" dt="2023-12-14T12:16:33.583" v="1880" actId="20577"/>
        <pc:sldMkLst>
          <pc:docMk/>
          <pc:sldMk cId="1757214305" sldId="406"/>
        </pc:sldMkLst>
        <pc:spChg chg="mod">
          <ac:chgData name="Veerle Damm" userId="8d8f6742-9e7e-4e00-9132-b652dd15f1a0" providerId="ADAL" clId="{464DA444-7A0B-449F-B448-59BAE74FDD9E}" dt="2023-12-14T12:11:46.089" v="1565" actId="20577"/>
          <ac:spMkLst>
            <pc:docMk/>
            <pc:sldMk cId="1757214305" sldId="406"/>
            <ac:spMk id="3" creationId="{C3F4FB4A-807B-2501-0A4E-9E0DD34497E4}"/>
          </ac:spMkLst>
        </pc:spChg>
        <pc:spChg chg="mod">
          <ac:chgData name="Veerle Damm" userId="8d8f6742-9e7e-4e00-9132-b652dd15f1a0" providerId="ADAL" clId="{464DA444-7A0B-449F-B448-59BAE74FDD9E}" dt="2023-12-14T12:16:33.583" v="1880" actId="20577"/>
          <ac:spMkLst>
            <pc:docMk/>
            <pc:sldMk cId="1757214305" sldId="406"/>
            <ac:spMk id="5" creationId="{783EC7C8-A538-7EE7-7DE4-1B2B96072DA9}"/>
          </ac:spMkLst>
        </pc:spChg>
        <pc:picChg chg="add mod">
          <ac:chgData name="Veerle Damm" userId="8d8f6742-9e7e-4e00-9132-b652dd15f1a0" providerId="ADAL" clId="{464DA444-7A0B-449F-B448-59BAE74FDD9E}" dt="2023-12-14T12:08:06.308" v="1336" actId="1035"/>
          <ac:picMkLst>
            <pc:docMk/>
            <pc:sldMk cId="1757214305" sldId="406"/>
            <ac:picMk id="6" creationId="{223D2213-2AD2-1A15-C7F2-108A592AB082}"/>
          </ac:picMkLst>
        </pc:picChg>
        <pc:picChg chg="del">
          <ac:chgData name="Veerle Damm" userId="8d8f6742-9e7e-4e00-9132-b652dd15f1a0" providerId="ADAL" clId="{464DA444-7A0B-449F-B448-59BAE74FDD9E}" dt="2023-12-14T12:00:28.593" v="1011" actId="478"/>
          <ac:picMkLst>
            <pc:docMk/>
            <pc:sldMk cId="1757214305" sldId="406"/>
            <ac:picMk id="7" creationId="{2E1432C6-6150-4AD3-E7A9-132B26B163FB}"/>
          </ac:picMkLst>
        </pc:picChg>
        <pc:picChg chg="add mod">
          <ac:chgData name="Veerle Damm" userId="8d8f6742-9e7e-4e00-9132-b652dd15f1a0" providerId="ADAL" clId="{464DA444-7A0B-449F-B448-59BAE74FDD9E}" dt="2023-12-14T12:09:27.967" v="1476" actId="1037"/>
          <ac:picMkLst>
            <pc:docMk/>
            <pc:sldMk cId="1757214305" sldId="406"/>
            <ac:picMk id="9" creationId="{316D6A06-9DB4-7D87-EE55-5128B91ACCF2}"/>
          </ac:picMkLst>
        </pc:picChg>
        <pc:picChg chg="add mod">
          <ac:chgData name="Veerle Damm" userId="8d8f6742-9e7e-4e00-9132-b652dd15f1a0" providerId="ADAL" clId="{464DA444-7A0B-449F-B448-59BAE74FDD9E}" dt="2023-12-14T12:09:25.113" v="1469" actId="1037"/>
          <ac:picMkLst>
            <pc:docMk/>
            <pc:sldMk cId="1757214305" sldId="406"/>
            <ac:picMk id="11" creationId="{21CD6803-A150-8479-8AA8-625C8203DF78}"/>
          </ac:picMkLst>
        </pc:picChg>
      </pc:sldChg>
      <pc:sldChg chg="addSp delSp modSp add mod delAnim modAnim">
        <pc:chgData name="Veerle Damm" userId="8d8f6742-9e7e-4e00-9132-b652dd15f1a0" providerId="ADAL" clId="{464DA444-7A0B-449F-B448-59BAE74FDD9E}" dt="2023-12-14T12:21:40.556" v="2066" actId="404"/>
        <pc:sldMkLst>
          <pc:docMk/>
          <pc:sldMk cId="2238018799" sldId="407"/>
        </pc:sldMkLst>
        <pc:spChg chg="mod">
          <ac:chgData name="Veerle Damm" userId="8d8f6742-9e7e-4e00-9132-b652dd15f1a0" providerId="ADAL" clId="{464DA444-7A0B-449F-B448-59BAE74FDD9E}" dt="2023-12-14T12:21:40.556" v="2066" actId="404"/>
          <ac:spMkLst>
            <pc:docMk/>
            <pc:sldMk cId="2238018799" sldId="407"/>
            <ac:spMk id="3" creationId="{C3F4FB4A-807B-2501-0A4E-9E0DD34497E4}"/>
          </ac:spMkLst>
        </pc:spChg>
        <pc:spChg chg="mod">
          <ac:chgData name="Veerle Damm" userId="8d8f6742-9e7e-4e00-9132-b652dd15f1a0" providerId="ADAL" clId="{464DA444-7A0B-449F-B448-59BAE74FDD9E}" dt="2023-12-14T12:16:47.980" v="1888" actId="20577"/>
          <ac:spMkLst>
            <pc:docMk/>
            <pc:sldMk cId="2238018799" sldId="407"/>
            <ac:spMk id="5" creationId="{783EC7C8-A538-7EE7-7DE4-1B2B96072DA9}"/>
          </ac:spMkLst>
        </pc:spChg>
        <pc:picChg chg="del">
          <ac:chgData name="Veerle Damm" userId="8d8f6742-9e7e-4e00-9132-b652dd15f1a0" providerId="ADAL" clId="{464DA444-7A0B-449F-B448-59BAE74FDD9E}" dt="2023-12-14T12:12:48.647" v="1616" actId="478"/>
          <ac:picMkLst>
            <pc:docMk/>
            <pc:sldMk cId="2238018799" sldId="407"/>
            <ac:picMk id="6" creationId="{223D2213-2AD2-1A15-C7F2-108A592AB082}"/>
          </ac:picMkLst>
        </pc:picChg>
        <pc:picChg chg="add mod">
          <ac:chgData name="Veerle Damm" userId="8d8f6742-9e7e-4e00-9132-b652dd15f1a0" providerId="ADAL" clId="{464DA444-7A0B-449F-B448-59BAE74FDD9E}" dt="2023-12-14T12:16:07.903" v="1873" actId="1076"/>
          <ac:picMkLst>
            <pc:docMk/>
            <pc:sldMk cId="2238018799" sldId="407"/>
            <ac:picMk id="7" creationId="{BE0BD490-34D5-22B2-3307-615FD791EA6D}"/>
          </ac:picMkLst>
        </pc:picChg>
        <pc:picChg chg="del">
          <ac:chgData name="Veerle Damm" userId="8d8f6742-9e7e-4e00-9132-b652dd15f1a0" providerId="ADAL" clId="{464DA444-7A0B-449F-B448-59BAE74FDD9E}" dt="2023-12-14T12:12:47.248" v="1614" actId="478"/>
          <ac:picMkLst>
            <pc:docMk/>
            <pc:sldMk cId="2238018799" sldId="407"/>
            <ac:picMk id="9" creationId="{316D6A06-9DB4-7D87-EE55-5128B91ACCF2}"/>
          </ac:picMkLst>
        </pc:picChg>
        <pc:picChg chg="del">
          <ac:chgData name="Veerle Damm" userId="8d8f6742-9e7e-4e00-9132-b652dd15f1a0" providerId="ADAL" clId="{464DA444-7A0B-449F-B448-59BAE74FDD9E}" dt="2023-12-14T12:12:47.934" v="1615" actId="478"/>
          <ac:picMkLst>
            <pc:docMk/>
            <pc:sldMk cId="2238018799" sldId="407"/>
            <ac:picMk id="11" creationId="{21CD6803-A150-8479-8AA8-625C8203DF78}"/>
          </ac:picMkLst>
        </pc:picChg>
      </pc:sldChg>
      <pc:sldChg chg="delSp modSp add mod modAnim">
        <pc:chgData name="Veerle Damm" userId="8d8f6742-9e7e-4e00-9132-b652dd15f1a0" providerId="ADAL" clId="{464DA444-7A0B-449F-B448-59BAE74FDD9E}" dt="2023-12-14T12:21:44.637" v="2067" actId="404"/>
        <pc:sldMkLst>
          <pc:docMk/>
          <pc:sldMk cId="49842561" sldId="408"/>
        </pc:sldMkLst>
        <pc:spChg chg="mod">
          <ac:chgData name="Veerle Damm" userId="8d8f6742-9e7e-4e00-9132-b652dd15f1a0" providerId="ADAL" clId="{464DA444-7A0B-449F-B448-59BAE74FDD9E}" dt="2023-12-14T12:21:44.637" v="2067" actId="404"/>
          <ac:spMkLst>
            <pc:docMk/>
            <pc:sldMk cId="49842561" sldId="408"/>
            <ac:spMk id="3" creationId="{C3F4FB4A-807B-2501-0A4E-9E0DD34497E4}"/>
          </ac:spMkLst>
        </pc:spChg>
        <pc:spChg chg="mod">
          <ac:chgData name="Veerle Damm" userId="8d8f6742-9e7e-4e00-9132-b652dd15f1a0" providerId="ADAL" clId="{464DA444-7A0B-449F-B448-59BAE74FDD9E}" dt="2023-12-14T12:16:52.978" v="1890" actId="20577"/>
          <ac:spMkLst>
            <pc:docMk/>
            <pc:sldMk cId="49842561" sldId="408"/>
            <ac:spMk id="5" creationId="{783EC7C8-A538-7EE7-7DE4-1B2B96072DA9}"/>
          </ac:spMkLst>
        </pc:spChg>
        <pc:picChg chg="del">
          <ac:chgData name="Veerle Damm" userId="8d8f6742-9e7e-4e00-9132-b652dd15f1a0" providerId="ADAL" clId="{464DA444-7A0B-449F-B448-59BAE74FDD9E}" dt="2023-12-14T12:19:33.368" v="2056" actId="478"/>
          <ac:picMkLst>
            <pc:docMk/>
            <pc:sldMk cId="49842561" sldId="408"/>
            <ac:picMk id="7" creationId="{BE0BD490-34D5-22B2-3307-615FD791EA6D}"/>
          </ac:picMkLst>
        </pc:picChg>
      </pc:sldChg>
      <pc:sldChg chg="addSp delSp modSp add mod modAnim">
        <pc:chgData name="Veerle Damm" userId="8d8f6742-9e7e-4e00-9132-b652dd15f1a0" providerId="ADAL" clId="{464DA444-7A0B-449F-B448-59BAE74FDD9E}" dt="2023-12-14T12:28:28.530" v="2463" actId="1076"/>
        <pc:sldMkLst>
          <pc:docMk/>
          <pc:sldMk cId="385522491" sldId="409"/>
        </pc:sldMkLst>
        <pc:spChg chg="mod">
          <ac:chgData name="Veerle Damm" userId="8d8f6742-9e7e-4e00-9132-b652dd15f1a0" providerId="ADAL" clId="{464DA444-7A0B-449F-B448-59BAE74FDD9E}" dt="2023-12-14T12:27:53.402" v="2458" actId="14100"/>
          <ac:spMkLst>
            <pc:docMk/>
            <pc:sldMk cId="385522491" sldId="409"/>
            <ac:spMk id="3" creationId="{C3F4FB4A-807B-2501-0A4E-9E0DD34497E4}"/>
          </ac:spMkLst>
        </pc:spChg>
        <pc:picChg chg="add del mod">
          <ac:chgData name="Veerle Damm" userId="8d8f6742-9e7e-4e00-9132-b652dd15f1a0" providerId="ADAL" clId="{464DA444-7A0B-449F-B448-59BAE74FDD9E}" dt="2023-12-14T12:28:11.245" v="2461" actId="478"/>
          <ac:picMkLst>
            <pc:docMk/>
            <pc:sldMk cId="385522491" sldId="409"/>
            <ac:picMk id="6" creationId="{01FA41BB-7406-F5F0-0C32-8D2D2DE77E07}"/>
          </ac:picMkLst>
        </pc:picChg>
        <pc:picChg chg="add mod">
          <ac:chgData name="Veerle Damm" userId="8d8f6742-9e7e-4e00-9132-b652dd15f1a0" providerId="ADAL" clId="{464DA444-7A0B-449F-B448-59BAE74FDD9E}" dt="2023-12-14T12:28:28.530" v="2463" actId="1076"/>
          <ac:picMkLst>
            <pc:docMk/>
            <pc:sldMk cId="385522491" sldId="409"/>
            <ac:picMk id="8" creationId="{C0DB9AD9-5C95-3B1F-BEAD-E88CDC6C89DC}"/>
          </ac:picMkLst>
        </pc:picChg>
      </pc:sldChg>
      <pc:sldChg chg="addSp delSp modSp add mod modAnim">
        <pc:chgData name="Veerle Damm" userId="8d8f6742-9e7e-4e00-9132-b652dd15f1a0" providerId="ADAL" clId="{464DA444-7A0B-449F-B448-59BAE74FDD9E}" dt="2023-12-14T12:31:16.154" v="2673" actId="20577"/>
        <pc:sldMkLst>
          <pc:docMk/>
          <pc:sldMk cId="1530091386" sldId="410"/>
        </pc:sldMkLst>
        <pc:spChg chg="mod">
          <ac:chgData name="Veerle Damm" userId="8d8f6742-9e7e-4e00-9132-b652dd15f1a0" providerId="ADAL" clId="{464DA444-7A0B-449F-B448-59BAE74FDD9E}" dt="2023-12-14T12:31:16.154" v="2673" actId="20577"/>
          <ac:spMkLst>
            <pc:docMk/>
            <pc:sldMk cId="1530091386" sldId="410"/>
            <ac:spMk id="3" creationId="{C3F4FB4A-807B-2501-0A4E-9E0DD34497E4}"/>
          </ac:spMkLst>
        </pc:spChg>
        <pc:picChg chg="add mod">
          <ac:chgData name="Veerle Damm" userId="8d8f6742-9e7e-4e00-9132-b652dd15f1a0" providerId="ADAL" clId="{464DA444-7A0B-449F-B448-59BAE74FDD9E}" dt="2023-12-14T12:31:03.993" v="2671" actId="1076"/>
          <ac:picMkLst>
            <pc:docMk/>
            <pc:sldMk cId="1530091386" sldId="410"/>
            <ac:picMk id="6" creationId="{49CC8130-B100-4862-99D9-464600321A74}"/>
          </ac:picMkLst>
        </pc:picChg>
        <pc:picChg chg="del">
          <ac:chgData name="Veerle Damm" userId="8d8f6742-9e7e-4e00-9132-b652dd15f1a0" providerId="ADAL" clId="{464DA444-7A0B-449F-B448-59BAE74FDD9E}" dt="2023-12-14T12:30:50.815" v="2669" actId="478"/>
          <ac:picMkLst>
            <pc:docMk/>
            <pc:sldMk cId="1530091386" sldId="410"/>
            <ac:picMk id="8" creationId="{C0DB9AD9-5C95-3B1F-BEAD-E88CDC6C89DC}"/>
          </ac:picMkLst>
        </pc:picChg>
      </pc:sldChg>
      <pc:sldChg chg="addSp delSp modSp add mod modAnim">
        <pc:chgData name="Veerle Damm" userId="8d8f6742-9e7e-4e00-9132-b652dd15f1a0" providerId="ADAL" clId="{464DA444-7A0B-449F-B448-59BAE74FDD9E}" dt="2023-12-14T12:35:45.049" v="3022" actId="1076"/>
        <pc:sldMkLst>
          <pc:docMk/>
          <pc:sldMk cId="3478883102" sldId="411"/>
        </pc:sldMkLst>
        <pc:spChg chg="mod">
          <ac:chgData name="Veerle Damm" userId="8d8f6742-9e7e-4e00-9132-b652dd15f1a0" providerId="ADAL" clId="{464DA444-7A0B-449F-B448-59BAE74FDD9E}" dt="2023-12-14T12:34:52.461" v="2977" actId="20577"/>
          <ac:spMkLst>
            <pc:docMk/>
            <pc:sldMk cId="3478883102" sldId="411"/>
            <ac:spMk id="3" creationId="{C3F4FB4A-807B-2501-0A4E-9E0DD34497E4}"/>
          </ac:spMkLst>
        </pc:spChg>
        <pc:spChg chg="mod">
          <ac:chgData name="Veerle Damm" userId="8d8f6742-9e7e-4e00-9132-b652dd15f1a0" providerId="ADAL" clId="{464DA444-7A0B-449F-B448-59BAE74FDD9E}" dt="2023-12-14T12:35:01.533" v="2983" actId="20577"/>
          <ac:spMkLst>
            <pc:docMk/>
            <pc:sldMk cId="3478883102" sldId="411"/>
            <ac:spMk id="5" creationId="{783EC7C8-A538-7EE7-7DE4-1B2B96072DA9}"/>
          </ac:spMkLst>
        </pc:spChg>
        <pc:picChg chg="del">
          <ac:chgData name="Veerle Damm" userId="8d8f6742-9e7e-4e00-9132-b652dd15f1a0" providerId="ADAL" clId="{464DA444-7A0B-449F-B448-59BAE74FDD9E}" dt="2023-12-14T12:35:30.928" v="3020" actId="478"/>
          <ac:picMkLst>
            <pc:docMk/>
            <pc:sldMk cId="3478883102" sldId="411"/>
            <ac:picMk id="6" creationId="{49CC8130-B100-4862-99D9-464600321A74}"/>
          </ac:picMkLst>
        </pc:picChg>
        <pc:picChg chg="add mod">
          <ac:chgData name="Veerle Damm" userId="8d8f6742-9e7e-4e00-9132-b652dd15f1a0" providerId="ADAL" clId="{464DA444-7A0B-449F-B448-59BAE74FDD9E}" dt="2023-12-14T12:35:45.049" v="3022" actId="1076"/>
          <ac:picMkLst>
            <pc:docMk/>
            <pc:sldMk cId="3478883102" sldId="411"/>
            <ac:picMk id="7" creationId="{CCCD0139-CD6D-7C40-A5FC-14AC708EF819}"/>
          </ac:picMkLst>
        </pc:picChg>
      </pc:sldChg>
      <pc:sldChg chg="addSp delSp modSp add mod modAnim">
        <pc:chgData name="Veerle Damm" userId="8d8f6742-9e7e-4e00-9132-b652dd15f1a0" providerId="ADAL" clId="{464DA444-7A0B-449F-B448-59BAE74FDD9E}" dt="2023-12-14T12:39:48.187" v="3375" actId="20577"/>
        <pc:sldMkLst>
          <pc:docMk/>
          <pc:sldMk cId="1587522116" sldId="412"/>
        </pc:sldMkLst>
        <pc:spChg chg="mod">
          <ac:chgData name="Veerle Damm" userId="8d8f6742-9e7e-4e00-9132-b652dd15f1a0" providerId="ADAL" clId="{464DA444-7A0B-449F-B448-59BAE74FDD9E}" dt="2023-12-14T12:39:35.470" v="3369" actId="20577"/>
          <ac:spMkLst>
            <pc:docMk/>
            <pc:sldMk cId="1587522116" sldId="412"/>
            <ac:spMk id="3" creationId="{C3F4FB4A-807B-2501-0A4E-9E0DD34497E4}"/>
          </ac:spMkLst>
        </pc:spChg>
        <pc:spChg chg="mod">
          <ac:chgData name="Veerle Damm" userId="8d8f6742-9e7e-4e00-9132-b652dd15f1a0" providerId="ADAL" clId="{464DA444-7A0B-449F-B448-59BAE74FDD9E}" dt="2023-12-14T12:39:48.187" v="3375" actId="20577"/>
          <ac:spMkLst>
            <pc:docMk/>
            <pc:sldMk cId="1587522116" sldId="412"/>
            <ac:spMk id="5" creationId="{783EC7C8-A538-7EE7-7DE4-1B2B96072DA9}"/>
          </ac:spMkLst>
        </pc:spChg>
        <pc:picChg chg="del">
          <ac:chgData name="Veerle Damm" userId="8d8f6742-9e7e-4e00-9132-b652dd15f1a0" providerId="ADAL" clId="{464DA444-7A0B-449F-B448-59BAE74FDD9E}" dt="2023-12-14T12:35:51.952" v="3023" actId="478"/>
          <ac:picMkLst>
            <pc:docMk/>
            <pc:sldMk cId="1587522116" sldId="412"/>
            <ac:picMk id="6" creationId="{49CC8130-B100-4862-99D9-464600321A74}"/>
          </ac:picMkLst>
        </pc:picChg>
        <pc:picChg chg="add mod">
          <ac:chgData name="Veerle Damm" userId="8d8f6742-9e7e-4e00-9132-b652dd15f1a0" providerId="ADAL" clId="{464DA444-7A0B-449F-B448-59BAE74FDD9E}" dt="2023-12-14T12:36:03.456" v="3025" actId="1076"/>
          <ac:picMkLst>
            <pc:docMk/>
            <pc:sldMk cId="1587522116" sldId="412"/>
            <ac:picMk id="7" creationId="{A89016C3-E22A-5CEB-198D-FA65E9FF144C}"/>
          </ac:picMkLst>
        </pc:picChg>
      </pc:sldChg>
      <pc:sldChg chg="addSp delSp modSp add mod modAnim">
        <pc:chgData name="Veerle Damm" userId="8d8f6742-9e7e-4e00-9132-b652dd15f1a0" providerId="ADAL" clId="{464DA444-7A0B-449F-B448-59BAE74FDD9E}" dt="2023-12-14T12:48:29.885" v="3849" actId="113"/>
        <pc:sldMkLst>
          <pc:docMk/>
          <pc:sldMk cId="1322087266" sldId="413"/>
        </pc:sldMkLst>
        <pc:spChg chg="mod">
          <ac:chgData name="Veerle Damm" userId="8d8f6742-9e7e-4e00-9132-b652dd15f1a0" providerId="ADAL" clId="{464DA444-7A0B-449F-B448-59BAE74FDD9E}" dt="2023-12-14T12:48:29.885" v="3849" actId="113"/>
          <ac:spMkLst>
            <pc:docMk/>
            <pc:sldMk cId="1322087266" sldId="413"/>
            <ac:spMk id="3" creationId="{C3F4FB4A-807B-2501-0A4E-9E0DD34497E4}"/>
          </ac:spMkLst>
        </pc:spChg>
        <pc:spChg chg="mod">
          <ac:chgData name="Veerle Damm" userId="8d8f6742-9e7e-4e00-9132-b652dd15f1a0" providerId="ADAL" clId="{464DA444-7A0B-449F-B448-59BAE74FDD9E}" dt="2023-12-14T12:47:59.611" v="3847" actId="20577"/>
          <ac:spMkLst>
            <pc:docMk/>
            <pc:sldMk cId="1322087266" sldId="413"/>
            <ac:spMk id="5" creationId="{783EC7C8-A538-7EE7-7DE4-1B2B96072DA9}"/>
          </ac:spMkLst>
        </pc:spChg>
        <pc:picChg chg="add mod">
          <ac:chgData name="Veerle Damm" userId="8d8f6742-9e7e-4e00-9132-b652dd15f1a0" providerId="ADAL" clId="{464DA444-7A0B-449F-B448-59BAE74FDD9E}" dt="2023-12-14T12:44:45.339" v="3627" actId="1076"/>
          <ac:picMkLst>
            <pc:docMk/>
            <pc:sldMk cId="1322087266" sldId="413"/>
            <ac:picMk id="6" creationId="{7DD4DDF5-97BA-A0D1-4A94-8FCDF9EE1D12}"/>
          </ac:picMkLst>
        </pc:picChg>
        <pc:picChg chg="del">
          <ac:chgData name="Veerle Damm" userId="8d8f6742-9e7e-4e00-9132-b652dd15f1a0" providerId="ADAL" clId="{464DA444-7A0B-449F-B448-59BAE74FDD9E}" dt="2023-12-14T12:40:08.581" v="3398" actId="478"/>
          <ac:picMkLst>
            <pc:docMk/>
            <pc:sldMk cId="1322087266" sldId="413"/>
            <ac:picMk id="7" creationId="{A89016C3-E22A-5CEB-198D-FA65E9FF144C}"/>
          </ac:picMkLst>
        </pc:picChg>
        <pc:picChg chg="add mod">
          <ac:chgData name="Veerle Damm" userId="8d8f6742-9e7e-4e00-9132-b652dd15f1a0" providerId="ADAL" clId="{464DA444-7A0B-449F-B448-59BAE74FDD9E}" dt="2023-12-14T12:44:41.819" v="3626" actId="1076"/>
          <ac:picMkLst>
            <pc:docMk/>
            <pc:sldMk cId="1322087266" sldId="413"/>
            <ac:picMk id="9" creationId="{908D7E7D-DE7D-D77B-C2BA-66FAF1850915}"/>
          </ac:picMkLst>
        </pc:picChg>
        <pc:picChg chg="add mod">
          <ac:chgData name="Veerle Damm" userId="8d8f6742-9e7e-4e00-9132-b652dd15f1a0" providerId="ADAL" clId="{464DA444-7A0B-449F-B448-59BAE74FDD9E}" dt="2023-12-14T12:44:36.420" v="3624" actId="1076"/>
          <ac:picMkLst>
            <pc:docMk/>
            <pc:sldMk cId="1322087266" sldId="413"/>
            <ac:picMk id="11" creationId="{28716C67-C8A1-41AF-7CD4-DFAF46BABAA1}"/>
          </ac:picMkLst>
        </pc:picChg>
      </pc:sldChg>
      <pc:sldChg chg="delSp modSp add mod modAnim">
        <pc:chgData name="Veerle Damm" userId="8d8f6742-9e7e-4e00-9132-b652dd15f1a0" providerId="ADAL" clId="{464DA444-7A0B-449F-B448-59BAE74FDD9E}" dt="2023-12-26T08:18:24.958" v="4291" actId="20577"/>
        <pc:sldMkLst>
          <pc:docMk/>
          <pc:sldMk cId="1710921203" sldId="414"/>
        </pc:sldMkLst>
        <pc:spChg chg="mod">
          <ac:chgData name="Veerle Damm" userId="8d8f6742-9e7e-4e00-9132-b652dd15f1a0" providerId="ADAL" clId="{464DA444-7A0B-449F-B448-59BAE74FDD9E}" dt="2023-12-26T08:18:24.958" v="4291" actId="20577"/>
          <ac:spMkLst>
            <pc:docMk/>
            <pc:sldMk cId="1710921203" sldId="414"/>
            <ac:spMk id="3" creationId="{C3F4FB4A-807B-2501-0A4E-9E0DD34497E4}"/>
          </ac:spMkLst>
        </pc:spChg>
        <pc:spChg chg="mod">
          <ac:chgData name="Veerle Damm" userId="8d8f6742-9e7e-4e00-9132-b652dd15f1a0" providerId="ADAL" clId="{464DA444-7A0B-449F-B448-59BAE74FDD9E}" dt="2023-12-14T12:50:26.957" v="3871" actId="20577"/>
          <ac:spMkLst>
            <pc:docMk/>
            <pc:sldMk cId="1710921203" sldId="414"/>
            <ac:spMk id="5" creationId="{783EC7C8-A538-7EE7-7DE4-1B2B96072DA9}"/>
          </ac:spMkLst>
        </pc:spChg>
        <pc:picChg chg="del">
          <ac:chgData name="Veerle Damm" userId="8d8f6742-9e7e-4e00-9132-b652dd15f1a0" providerId="ADAL" clId="{464DA444-7A0B-449F-B448-59BAE74FDD9E}" dt="2023-12-14T12:50:19.763" v="3863" actId="478"/>
          <ac:picMkLst>
            <pc:docMk/>
            <pc:sldMk cId="1710921203" sldId="414"/>
            <ac:picMk id="6" creationId="{7DD4DDF5-97BA-A0D1-4A94-8FCDF9EE1D12}"/>
          </ac:picMkLst>
        </pc:picChg>
        <pc:picChg chg="del">
          <ac:chgData name="Veerle Damm" userId="8d8f6742-9e7e-4e00-9132-b652dd15f1a0" providerId="ADAL" clId="{464DA444-7A0B-449F-B448-59BAE74FDD9E}" dt="2023-12-14T12:50:20.395" v="3864" actId="478"/>
          <ac:picMkLst>
            <pc:docMk/>
            <pc:sldMk cId="1710921203" sldId="414"/>
            <ac:picMk id="9" creationId="{908D7E7D-DE7D-D77B-C2BA-66FAF1850915}"/>
          </ac:picMkLst>
        </pc:picChg>
        <pc:picChg chg="del">
          <ac:chgData name="Veerle Damm" userId="8d8f6742-9e7e-4e00-9132-b652dd15f1a0" providerId="ADAL" clId="{464DA444-7A0B-449F-B448-59BAE74FDD9E}" dt="2023-12-14T12:50:21.080" v="3865" actId="478"/>
          <ac:picMkLst>
            <pc:docMk/>
            <pc:sldMk cId="1710921203" sldId="414"/>
            <ac:picMk id="11" creationId="{28716C67-C8A1-41AF-7CD4-DFAF46BABAA1}"/>
          </ac:picMkLst>
        </pc:picChg>
      </pc:sldChg>
      <pc:sldChg chg="addSp delSp modSp add mod">
        <pc:chgData name="Veerle Damm" userId="8d8f6742-9e7e-4e00-9132-b652dd15f1a0" providerId="ADAL" clId="{464DA444-7A0B-449F-B448-59BAE74FDD9E}" dt="2023-12-26T08:28:46.727" v="4619" actId="14100"/>
        <pc:sldMkLst>
          <pc:docMk/>
          <pc:sldMk cId="2404192648" sldId="415"/>
        </pc:sldMkLst>
        <pc:spChg chg="mod">
          <ac:chgData name="Veerle Damm" userId="8d8f6742-9e7e-4e00-9132-b652dd15f1a0" providerId="ADAL" clId="{464DA444-7A0B-449F-B448-59BAE74FDD9E}" dt="2023-12-26T08:20:42.152" v="4345" actId="207"/>
          <ac:spMkLst>
            <pc:docMk/>
            <pc:sldMk cId="2404192648" sldId="415"/>
            <ac:spMk id="3" creationId="{C3F4FB4A-807B-2501-0A4E-9E0DD34497E4}"/>
          </ac:spMkLst>
        </pc:spChg>
        <pc:spChg chg="mod">
          <ac:chgData name="Veerle Damm" userId="8d8f6742-9e7e-4e00-9132-b652dd15f1a0" providerId="ADAL" clId="{464DA444-7A0B-449F-B448-59BAE74FDD9E}" dt="2023-12-26T08:24:45.772" v="4357" actId="20577"/>
          <ac:spMkLst>
            <pc:docMk/>
            <pc:sldMk cId="2404192648" sldId="415"/>
            <ac:spMk id="5" creationId="{783EC7C8-A538-7EE7-7DE4-1B2B96072DA9}"/>
          </ac:spMkLst>
        </pc:spChg>
        <pc:picChg chg="add mod">
          <ac:chgData name="Veerle Damm" userId="8d8f6742-9e7e-4e00-9132-b652dd15f1a0" providerId="ADAL" clId="{464DA444-7A0B-449F-B448-59BAE74FDD9E}" dt="2023-12-26T08:28:46.727" v="4619" actId="14100"/>
          <ac:picMkLst>
            <pc:docMk/>
            <pc:sldMk cId="2404192648" sldId="415"/>
            <ac:picMk id="6" creationId="{4444C417-56B2-4903-5F63-E724DEFCF335}"/>
          </ac:picMkLst>
        </pc:picChg>
        <pc:picChg chg="del">
          <ac:chgData name="Veerle Damm" userId="8d8f6742-9e7e-4e00-9132-b652dd15f1a0" providerId="ADAL" clId="{464DA444-7A0B-449F-B448-59BAE74FDD9E}" dt="2023-12-26T08:20:55.063" v="4346" actId="478"/>
          <ac:picMkLst>
            <pc:docMk/>
            <pc:sldMk cId="2404192648" sldId="415"/>
            <ac:picMk id="8" creationId="{C0DB9AD9-5C95-3B1F-BEAD-E88CDC6C89DC}"/>
          </ac:picMkLst>
        </pc:picChg>
      </pc:sldChg>
      <pc:sldChg chg="addSp delSp modSp add mod modAnim">
        <pc:chgData name="Veerle Damm" userId="8d8f6742-9e7e-4e00-9132-b652dd15f1a0" providerId="ADAL" clId="{464DA444-7A0B-449F-B448-59BAE74FDD9E}" dt="2023-12-26T08:27:50.355" v="4603" actId="20577"/>
        <pc:sldMkLst>
          <pc:docMk/>
          <pc:sldMk cId="2816373668" sldId="416"/>
        </pc:sldMkLst>
        <pc:spChg chg="mod">
          <ac:chgData name="Veerle Damm" userId="8d8f6742-9e7e-4e00-9132-b652dd15f1a0" providerId="ADAL" clId="{464DA444-7A0B-449F-B448-59BAE74FDD9E}" dt="2023-12-26T08:27:50.355" v="4603" actId="20577"/>
          <ac:spMkLst>
            <pc:docMk/>
            <pc:sldMk cId="2816373668" sldId="416"/>
            <ac:spMk id="3" creationId="{C3F4FB4A-807B-2501-0A4E-9E0DD34497E4}"/>
          </ac:spMkLst>
        </pc:spChg>
        <pc:spChg chg="mod">
          <ac:chgData name="Veerle Damm" userId="8d8f6742-9e7e-4e00-9132-b652dd15f1a0" providerId="ADAL" clId="{464DA444-7A0B-449F-B448-59BAE74FDD9E}" dt="2023-12-26T08:24:50.755" v="4359" actId="20577"/>
          <ac:spMkLst>
            <pc:docMk/>
            <pc:sldMk cId="2816373668" sldId="416"/>
            <ac:spMk id="5" creationId="{783EC7C8-A538-7EE7-7DE4-1B2B96072DA9}"/>
          </ac:spMkLst>
        </pc:spChg>
        <pc:picChg chg="del">
          <ac:chgData name="Veerle Damm" userId="8d8f6742-9e7e-4e00-9132-b652dd15f1a0" providerId="ADAL" clId="{464DA444-7A0B-449F-B448-59BAE74FDD9E}" dt="2023-12-26T08:24:56.721" v="4360" actId="478"/>
          <ac:picMkLst>
            <pc:docMk/>
            <pc:sldMk cId="2816373668" sldId="416"/>
            <ac:picMk id="6" creationId="{4444C417-56B2-4903-5F63-E724DEFCF335}"/>
          </ac:picMkLst>
        </pc:picChg>
        <pc:picChg chg="add mod">
          <ac:chgData name="Veerle Damm" userId="8d8f6742-9e7e-4e00-9132-b652dd15f1a0" providerId="ADAL" clId="{464DA444-7A0B-449F-B448-59BAE74FDD9E}" dt="2023-12-26T08:25:30.789" v="4363" actId="1076"/>
          <ac:picMkLst>
            <pc:docMk/>
            <pc:sldMk cId="2816373668" sldId="416"/>
            <ac:picMk id="7" creationId="{0A5E2995-5B59-405E-665D-3AF3E2C51D7C}"/>
          </ac:picMkLst>
        </pc:picChg>
      </pc:sldChg>
      <pc:sldChg chg="addSp delSp modSp add mod modAnim">
        <pc:chgData name="Veerle Damm" userId="8d8f6742-9e7e-4e00-9132-b652dd15f1a0" providerId="ADAL" clId="{464DA444-7A0B-449F-B448-59BAE74FDD9E}" dt="2023-12-26T08:30:57.747" v="4771" actId="404"/>
        <pc:sldMkLst>
          <pc:docMk/>
          <pc:sldMk cId="2787703611" sldId="417"/>
        </pc:sldMkLst>
        <pc:spChg chg="mod">
          <ac:chgData name="Veerle Damm" userId="8d8f6742-9e7e-4e00-9132-b652dd15f1a0" providerId="ADAL" clId="{464DA444-7A0B-449F-B448-59BAE74FDD9E}" dt="2023-12-26T08:30:57.747" v="4771" actId="404"/>
          <ac:spMkLst>
            <pc:docMk/>
            <pc:sldMk cId="2787703611" sldId="417"/>
            <ac:spMk id="3" creationId="{C3F4FB4A-807B-2501-0A4E-9E0DD34497E4}"/>
          </ac:spMkLst>
        </pc:spChg>
        <pc:spChg chg="mod">
          <ac:chgData name="Veerle Damm" userId="8d8f6742-9e7e-4e00-9132-b652dd15f1a0" providerId="ADAL" clId="{464DA444-7A0B-449F-B448-59BAE74FDD9E}" dt="2023-12-26T08:30:27.442" v="4768" actId="20577"/>
          <ac:spMkLst>
            <pc:docMk/>
            <pc:sldMk cId="2787703611" sldId="417"/>
            <ac:spMk id="5" creationId="{783EC7C8-A538-7EE7-7DE4-1B2B96072DA9}"/>
          </ac:spMkLst>
        </pc:spChg>
        <pc:picChg chg="del">
          <ac:chgData name="Veerle Damm" userId="8d8f6742-9e7e-4e00-9132-b652dd15f1a0" providerId="ADAL" clId="{464DA444-7A0B-449F-B448-59BAE74FDD9E}" dt="2023-12-26T08:28:23.465" v="4610" actId="478"/>
          <ac:picMkLst>
            <pc:docMk/>
            <pc:sldMk cId="2787703611" sldId="417"/>
            <ac:picMk id="6" creationId="{49CC8130-B100-4862-99D9-464600321A74}"/>
          </ac:picMkLst>
        </pc:picChg>
        <pc:picChg chg="add mod modCrop">
          <ac:chgData name="Veerle Damm" userId="8d8f6742-9e7e-4e00-9132-b652dd15f1a0" providerId="ADAL" clId="{464DA444-7A0B-449F-B448-59BAE74FDD9E}" dt="2023-12-26T08:29:06.094" v="4631" actId="1076"/>
          <ac:picMkLst>
            <pc:docMk/>
            <pc:sldMk cId="2787703611" sldId="417"/>
            <ac:picMk id="7" creationId="{698A1BE5-F97B-4784-7D45-D1D56B45894A}"/>
          </ac:picMkLst>
        </pc:picChg>
      </pc:sldChg>
      <pc:sldChg chg="addSp delSp modSp add mod modAnim">
        <pc:chgData name="Veerle Damm" userId="8d8f6742-9e7e-4e00-9132-b652dd15f1a0" providerId="ADAL" clId="{464DA444-7A0B-449F-B448-59BAE74FDD9E}" dt="2023-12-26T08:34:32.098" v="5018" actId="14100"/>
        <pc:sldMkLst>
          <pc:docMk/>
          <pc:sldMk cId="4200623989" sldId="418"/>
        </pc:sldMkLst>
        <pc:spChg chg="mod">
          <ac:chgData name="Veerle Damm" userId="8d8f6742-9e7e-4e00-9132-b652dd15f1a0" providerId="ADAL" clId="{464DA444-7A0B-449F-B448-59BAE74FDD9E}" dt="2023-12-26T08:33:41.440" v="4994" actId="20577"/>
          <ac:spMkLst>
            <pc:docMk/>
            <pc:sldMk cId="4200623989" sldId="418"/>
            <ac:spMk id="3" creationId="{C3F4FB4A-807B-2501-0A4E-9E0DD34497E4}"/>
          </ac:spMkLst>
        </pc:spChg>
        <pc:spChg chg="mod">
          <ac:chgData name="Veerle Damm" userId="8d8f6742-9e7e-4e00-9132-b652dd15f1a0" providerId="ADAL" clId="{464DA444-7A0B-449F-B448-59BAE74FDD9E}" dt="2023-12-26T08:33:49.201" v="5002" actId="20577"/>
          <ac:spMkLst>
            <pc:docMk/>
            <pc:sldMk cId="4200623989" sldId="418"/>
            <ac:spMk id="5" creationId="{783EC7C8-A538-7EE7-7DE4-1B2B96072DA9}"/>
          </ac:spMkLst>
        </pc:spChg>
        <pc:picChg chg="add mod">
          <ac:chgData name="Veerle Damm" userId="8d8f6742-9e7e-4e00-9132-b652dd15f1a0" providerId="ADAL" clId="{464DA444-7A0B-449F-B448-59BAE74FDD9E}" dt="2023-12-26T08:34:32.098" v="5018" actId="14100"/>
          <ac:picMkLst>
            <pc:docMk/>
            <pc:sldMk cId="4200623989" sldId="418"/>
            <ac:picMk id="6" creationId="{C9282321-FCC0-340B-275D-89D98B98BAD3}"/>
          </ac:picMkLst>
        </pc:picChg>
        <pc:picChg chg="del">
          <ac:chgData name="Veerle Damm" userId="8d8f6742-9e7e-4e00-9132-b652dd15f1a0" providerId="ADAL" clId="{464DA444-7A0B-449F-B448-59BAE74FDD9E}" dt="2023-12-26T08:34:12.988" v="5011" actId="478"/>
          <ac:picMkLst>
            <pc:docMk/>
            <pc:sldMk cId="4200623989" sldId="418"/>
            <ac:picMk id="7" creationId="{CCCD0139-CD6D-7C40-A5FC-14AC708EF819}"/>
          </ac:picMkLst>
        </pc:picChg>
      </pc:sldChg>
      <pc:sldChg chg="addSp delSp modSp add mod modAnim">
        <pc:chgData name="Veerle Damm" userId="8d8f6742-9e7e-4e00-9132-b652dd15f1a0" providerId="ADAL" clId="{464DA444-7A0B-449F-B448-59BAE74FDD9E}" dt="2023-12-26T08:37:31.516" v="5166" actId="20577"/>
        <pc:sldMkLst>
          <pc:docMk/>
          <pc:sldMk cId="1705901926" sldId="419"/>
        </pc:sldMkLst>
        <pc:spChg chg="mod">
          <ac:chgData name="Veerle Damm" userId="8d8f6742-9e7e-4e00-9132-b652dd15f1a0" providerId="ADAL" clId="{464DA444-7A0B-449F-B448-59BAE74FDD9E}" dt="2023-12-26T08:37:09.969" v="5158" actId="20577"/>
          <ac:spMkLst>
            <pc:docMk/>
            <pc:sldMk cId="1705901926" sldId="419"/>
            <ac:spMk id="3" creationId="{C3F4FB4A-807B-2501-0A4E-9E0DD34497E4}"/>
          </ac:spMkLst>
        </pc:spChg>
        <pc:spChg chg="mod">
          <ac:chgData name="Veerle Damm" userId="8d8f6742-9e7e-4e00-9132-b652dd15f1a0" providerId="ADAL" clId="{464DA444-7A0B-449F-B448-59BAE74FDD9E}" dt="2023-12-26T08:37:31.516" v="5166" actId="20577"/>
          <ac:spMkLst>
            <pc:docMk/>
            <pc:sldMk cId="1705901926" sldId="419"/>
            <ac:spMk id="5" creationId="{783EC7C8-A538-7EE7-7DE4-1B2B96072DA9}"/>
          </ac:spMkLst>
        </pc:spChg>
        <pc:picChg chg="add mod">
          <ac:chgData name="Veerle Damm" userId="8d8f6742-9e7e-4e00-9132-b652dd15f1a0" providerId="ADAL" clId="{464DA444-7A0B-449F-B448-59BAE74FDD9E}" dt="2023-12-26T08:35:04.635" v="5026" actId="1076"/>
          <ac:picMkLst>
            <pc:docMk/>
            <pc:sldMk cId="1705901926" sldId="419"/>
            <ac:picMk id="6" creationId="{14E5F866-EFB6-1865-37BC-72BFB1EF3500}"/>
          </ac:picMkLst>
        </pc:picChg>
        <pc:picChg chg="del">
          <ac:chgData name="Veerle Damm" userId="8d8f6742-9e7e-4e00-9132-b652dd15f1a0" providerId="ADAL" clId="{464DA444-7A0B-449F-B448-59BAE74FDD9E}" dt="2023-12-26T08:34:39.635" v="5019" actId="478"/>
          <ac:picMkLst>
            <pc:docMk/>
            <pc:sldMk cId="1705901926" sldId="419"/>
            <ac:picMk id="7" creationId="{A89016C3-E22A-5CEB-198D-FA65E9FF144C}"/>
          </ac:picMkLst>
        </pc:picChg>
      </pc:sldChg>
      <pc:sldChg chg="addSp delSp modSp add mod modAnim">
        <pc:chgData name="Veerle Damm" userId="8d8f6742-9e7e-4e00-9132-b652dd15f1a0" providerId="ADAL" clId="{464DA444-7A0B-449F-B448-59BAE74FDD9E}" dt="2023-12-26T08:39:02.503" v="5289" actId="20577"/>
        <pc:sldMkLst>
          <pc:docMk/>
          <pc:sldMk cId="3909653007" sldId="420"/>
        </pc:sldMkLst>
        <pc:spChg chg="mod">
          <ac:chgData name="Veerle Damm" userId="8d8f6742-9e7e-4e00-9132-b652dd15f1a0" providerId="ADAL" clId="{464DA444-7A0B-449F-B448-59BAE74FDD9E}" dt="2023-12-26T08:38:53.986" v="5281" actId="20577"/>
          <ac:spMkLst>
            <pc:docMk/>
            <pc:sldMk cId="3909653007" sldId="420"/>
            <ac:spMk id="3" creationId="{C3F4FB4A-807B-2501-0A4E-9E0DD34497E4}"/>
          </ac:spMkLst>
        </pc:spChg>
        <pc:spChg chg="mod">
          <ac:chgData name="Veerle Damm" userId="8d8f6742-9e7e-4e00-9132-b652dd15f1a0" providerId="ADAL" clId="{464DA444-7A0B-449F-B448-59BAE74FDD9E}" dt="2023-12-26T08:39:02.503" v="5289" actId="20577"/>
          <ac:spMkLst>
            <pc:docMk/>
            <pc:sldMk cId="3909653007" sldId="420"/>
            <ac:spMk id="5" creationId="{783EC7C8-A538-7EE7-7DE4-1B2B96072DA9}"/>
          </ac:spMkLst>
        </pc:spChg>
        <pc:picChg chg="del">
          <ac:chgData name="Veerle Damm" userId="8d8f6742-9e7e-4e00-9132-b652dd15f1a0" providerId="ADAL" clId="{464DA444-7A0B-449F-B448-59BAE74FDD9E}" dt="2023-12-26T08:37:55.162" v="5184" actId="478"/>
          <ac:picMkLst>
            <pc:docMk/>
            <pc:sldMk cId="3909653007" sldId="420"/>
            <ac:picMk id="6" creationId="{4444C417-56B2-4903-5F63-E724DEFCF335}"/>
          </ac:picMkLst>
        </pc:picChg>
        <pc:picChg chg="add mod">
          <ac:chgData name="Veerle Damm" userId="8d8f6742-9e7e-4e00-9132-b652dd15f1a0" providerId="ADAL" clId="{464DA444-7A0B-449F-B448-59BAE74FDD9E}" dt="2023-12-26T08:38:16.734" v="5192" actId="1076"/>
          <ac:picMkLst>
            <pc:docMk/>
            <pc:sldMk cId="3909653007" sldId="420"/>
            <ac:picMk id="7" creationId="{BADC4619-E732-CCB3-594B-99B96728AC4A}"/>
          </ac:picMkLst>
        </pc:picChg>
      </pc:sldChg>
      <pc:sldChg chg="addSp delSp modSp add mod modAnim">
        <pc:chgData name="Veerle Damm" userId="8d8f6742-9e7e-4e00-9132-b652dd15f1a0" providerId="ADAL" clId="{464DA444-7A0B-449F-B448-59BAE74FDD9E}" dt="2023-12-26T08:41:48.618" v="5465" actId="20577"/>
        <pc:sldMkLst>
          <pc:docMk/>
          <pc:sldMk cId="3421994697" sldId="421"/>
        </pc:sldMkLst>
        <pc:spChg chg="mod">
          <ac:chgData name="Veerle Damm" userId="8d8f6742-9e7e-4e00-9132-b652dd15f1a0" providerId="ADAL" clId="{464DA444-7A0B-449F-B448-59BAE74FDD9E}" dt="2023-12-26T08:41:42.976" v="5463" actId="20577"/>
          <ac:spMkLst>
            <pc:docMk/>
            <pc:sldMk cId="3421994697" sldId="421"/>
            <ac:spMk id="3" creationId="{C3F4FB4A-807B-2501-0A4E-9E0DD34497E4}"/>
          </ac:spMkLst>
        </pc:spChg>
        <pc:spChg chg="mod">
          <ac:chgData name="Veerle Damm" userId="8d8f6742-9e7e-4e00-9132-b652dd15f1a0" providerId="ADAL" clId="{464DA444-7A0B-449F-B448-59BAE74FDD9E}" dt="2023-12-26T08:41:48.618" v="5465" actId="20577"/>
          <ac:spMkLst>
            <pc:docMk/>
            <pc:sldMk cId="3421994697" sldId="421"/>
            <ac:spMk id="5" creationId="{783EC7C8-A538-7EE7-7DE4-1B2B96072DA9}"/>
          </ac:spMkLst>
        </pc:spChg>
        <pc:picChg chg="add mod">
          <ac:chgData name="Veerle Damm" userId="8d8f6742-9e7e-4e00-9132-b652dd15f1a0" providerId="ADAL" clId="{464DA444-7A0B-449F-B448-59BAE74FDD9E}" dt="2023-12-26T08:40:17.646" v="5318" actId="1076"/>
          <ac:picMkLst>
            <pc:docMk/>
            <pc:sldMk cId="3421994697" sldId="421"/>
            <ac:picMk id="6" creationId="{5729383D-942D-3541-7178-793920CFAC16}"/>
          </ac:picMkLst>
        </pc:picChg>
        <pc:picChg chg="del">
          <ac:chgData name="Veerle Damm" userId="8d8f6742-9e7e-4e00-9132-b652dd15f1a0" providerId="ADAL" clId="{464DA444-7A0B-449F-B448-59BAE74FDD9E}" dt="2023-12-26T08:40:09.091" v="5309" actId="478"/>
          <ac:picMkLst>
            <pc:docMk/>
            <pc:sldMk cId="3421994697" sldId="421"/>
            <ac:picMk id="7" creationId="{698A1BE5-F97B-4784-7D45-D1D56B45894A}"/>
          </ac:picMkLst>
        </pc:picChg>
      </pc:sldChg>
      <pc:sldChg chg="addSp delSp modSp add mod modAnim">
        <pc:chgData name="Veerle Damm" userId="8d8f6742-9e7e-4e00-9132-b652dd15f1a0" providerId="ADAL" clId="{464DA444-7A0B-449F-B448-59BAE74FDD9E}" dt="2023-12-26T08:43:35.122" v="5498" actId="20577"/>
        <pc:sldMkLst>
          <pc:docMk/>
          <pc:sldMk cId="3751763770" sldId="422"/>
        </pc:sldMkLst>
        <pc:spChg chg="mod">
          <ac:chgData name="Veerle Damm" userId="8d8f6742-9e7e-4e00-9132-b652dd15f1a0" providerId="ADAL" clId="{464DA444-7A0B-449F-B448-59BAE74FDD9E}" dt="2023-12-26T08:43:21.914" v="5495" actId="6549"/>
          <ac:spMkLst>
            <pc:docMk/>
            <pc:sldMk cId="3751763770" sldId="422"/>
            <ac:spMk id="3" creationId="{C3F4FB4A-807B-2501-0A4E-9E0DD34497E4}"/>
          </ac:spMkLst>
        </pc:spChg>
        <pc:spChg chg="mod">
          <ac:chgData name="Veerle Damm" userId="8d8f6742-9e7e-4e00-9132-b652dd15f1a0" providerId="ADAL" clId="{464DA444-7A0B-449F-B448-59BAE74FDD9E}" dt="2023-12-26T08:43:35.122" v="5498" actId="20577"/>
          <ac:spMkLst>
            <pc:docMk/>
            <pc:sldMk cId="3751763770" sldId="422"/>
            <ac:spMk id="5" creationId="{783EC7C8-A538-7EE7-7DE4-1B2B96072DA9}"/>
          </ac:spMkLst>
        </pc:spChg>
        <pc:picChg chg="del">
          <ac:chgData name="Veerle Damm" userId="8d8f6742-9e7e-4e00-9132-b652dd15f1a0" providerId="ADAL" clId="{464DA444-7A0B-449F-B448-59BAE74FDD9E}" dt="2023-12-26T08:42:07.474" v="5485" actId="478"/>
          <ac:picMkLst>
            <pc:docMk/>
            <pc:sldMk cId="3751763770" sldId="422"/>
            <ac:picMk id="6" creationId="{C9282321-FCC0-340B-275D-89D98B98BAD3}"/>
          </ac:picMkLst>
        </pc:picChg>
        <pc:picChg chg="add mod modCrop">
          <ac:chgData name="Veerle Damm" userId="8d8f6742-9e7e-4e00-9132-b652dd15f1a0" providerId="ADAL" clId="{464DA444-7A0B-449F-B448-59BAE74FDD9E}" dt="2023-12-26T08:42:35.031" v="5493" actId="1076"/>
          <ac:picMkLst>
            <pc:docMk/>
            <pc:sldMk cId="3751763770" sldId="422"/>
            <ac:picMk id="7" creationId="{0F0AFE4F-645C-0272-2B82-8C60D53D46CC}"/>
          </ac:picMkLst>
        </pc:picChg>
      </pc:sldChg>
      <pc:sldChg chg="modSp add mod modAnim">
        <pc:chgData name="Veerle Damm" userId="8d8f6742-9e7e-4e00-9132-b652dd15f1a0" providerId="ADAL" clId="{464DA444-7A0B-449F-B448-59BAE74FDD9E}" dt="2023-12-26T08:46:04.160" v="5579" actId="113"/>
        <pc:sldMkLst>
          <pc:docMk/>
          <pc:sldMk cId="890886422" sldId="423"/>
        </pc:sldMkLst>
        <pc:spChg chg="mod">
          <ac:chgData name="Veerle Damm" userId="8d8f6742-9e7e-4e00-9132-b652dd15f1a0" providerId="ADAL" clId="{464DA444-7A0B-449F-B448-59BAE74FDD9E}" dt="2023-12-26T08:46:04.160" v="5579" actId="113"/>
          <ac:spMkLst>
            <pc:docMk/>
            <pc:sldMk cId="890886422" sldId="423"/>
            <ac:spMk id="3" creationId="{C3F4FB4A-807B-2501-0A4E-9E0DD34497E4}"/>
          </ac:spMkLst>
        </pc:spChg>
        <pc:spChg chg="mod">
          <ac:chgData name="Veerle Damm" userId="8d8f6742-9e7e-4e00-9132-b652dd15f1a0" providerId="ADAL" clId="{464DA444-7A0B-449F-B448-59BAE74FDD9E}" dt="2023-12-26T08:45:46.728" v="5576" actId="20577"/>
          <ac:spMkLst>
            <pc:docMk/>
            <pc:sldMk cId="890886422" sldId="423"/>
            <ac:spMk id="5" creationId="{783EC7C8-A538-7EE7-7DE4-1B2B96072DA9}"/>
          </ac:spMkLst>
        </pc:spChg>
      </pc:sldChg>
      <pc:sldChg chg="addSp delSp modSp add mod modAnim">
        <pc:chgData name="Veerle Damm" userId="8d8f6742-9e7e-4e00-9132-b652dd15f1a0" providerId="ADAL" clId="{464DA444-7A0B-449F-B448-59BAE74FDD9E}" dt="2023-12-26T08:51:36.600" v="5853" actId="20577"/>
        <pc:sldMkLst>
          <pc:docMk/>
          <pc:sldMk cId="2171276753" sldId="424"/>
        </pc:sldMkLst>
        <pc:spChg chg="mod">
          <ac:chgData name="Veerle Damm" userId="8d8f6742-9e7e-4e00-9132-b652dd15f1a0" providerId="ADAL" clId="{464DA444-7A0B-449F-B448-59BAE74FDD9E}" dt="2023-12-26T08:50:17.774" v="5847" actId="113"/>
          <ac:spMkLst>
            <pc:docMk/>
            <pc:sldMk cId="2171276753" sldId="424"/>
            <ac:spMk id="3" creationId="{C3F4FB4A-807B-2501-0A4E-9E0DD34497E4}"/>
          </ac:spMkLst>
        </pc:spChg>
        <pc:spChg chg="mod">
          <ac:chgData name="Veerle Damm" userId="8d8f6742-9e7e-4e00-9132-b652dd15f1a0" providerId="ADAL" clId="{464DA444-7A0B-449F-B448-59BAE74FDD9E}" dt="2023-12-26T08:51:36.600" v="5853" actId="20577"/>
          <ac:spMkLst>
            <pc:docMk/>
            <pc:sldMk cId="2171276753" sldId="424"/>
            <ac:spMk id="5" creationId="{783EC7C8-A538-7EE7-7DE4-1B2B96072DA9}"/>
          </ac:spMkLst>
        </pc:spChg>
        <pc:picChg chg="del">
          <ac:chgData name="Veerle Damm" userId="8d8f6742-9e7e-4e00-9132-b652dd15f1a0" providerId="ADAL" clId="{464DA444-7A0B-449F-B448-59BAE74FDD9E}" dt="2023-12-26T08:48:54.986" v="5791" actId="478"/>
          <ac:picMkLst>
            <pc:docMk/>
            <pc:sldMk cId="2171276753" sldId="424"/>
            <ac:picMk id="6" creationId="{14E5F866-EFB6-1865-37BC-72BFB1EF3500}"/>
          </ac:picMkLst>
        </pc:picChg>
        <pc:picChg chg="add mod">
          <ac:chgData name="Veerle Damm" userId="8d8f6742-9e7e-4e00-9132-b652dd15f1a0" providerId="ADAL" clId="{464DA444-7A0B-449F-B448-59BAE74FDD9E}" dt="2023-12-26T08:49:22.913" v="5796" actId="1076"/>
          <ac:picMkLst>
            <pc:docMk/>
            <pc:sldMk cId="2171276753" sldId="424"/>
            <ac:picMk id="7" creationId="{4D3DC306-64F8-63A8-212C-AF54478091BB}"/>
          </ac:picMkLst>
        </pc:picChg>
      </pc:sldChg>
      <pc:sldChg chg="delSp modSp add mod modAnim">
        <pc:chgData name="Veerle Damm" userId="8d8f6742-9e7e-4e00-9132-b652dd15f1a0" providerId="ADAL" clId="{464DA444-7A0B-449F-B448-59BAE74FDD9E}" dt="2023-12-26T09:00:58.562" v="6378" actId="20577"/>
        <pc:sldMkLst>
          <pc:docMk/>
          <pc:sldMk cId="2048067594" sldId="425"/>
        </pc:sldMkLst>
        <pc:spChg chg="mod">
          <ac:chgData name="Veerle Damm" userId="8d8f6742-9e7e-4e00-9132-b652dd15f1a0" providerId="ADAL" clId="{464DA444-7A0B-449F-B448-59BAE74FDD9E}" dt="2023-12-26T09:00:58.562" v="6378" actId="20577"/>
          <ac:spMkLst>
            <pc:docMk/>
            <pc:sldMk cId="2048067594" sldId="425"/>
            <ac:spMk id="3" creationId="{C3F4FB4A-807B-2501-0A4E-9E0DD34497E4}"/>
          </ac:spMkLst>
        </pc:spChg>
        <pc:spChg chg="mod">
          <ac:chgData name="Veerle Damm" userId="8d8f6742-9e7e-4e00-9132-b652dd15f1a0" providerId="ADAL" clId="{464DA444-7A0B-449F-B448-59BAE74FDD9E}" dt="2023-12-26T08:52:06.483" v="5877" actId="20577"/>
          <ac:spMkLst>
            <pc:docMk/>
            <pc:sldMk cId="2048067594" sldId="425"/>
            <ac:spMk id="5" creationId="{783EC7C8-A538-7EE7-7DE4-1B2B96072DA9}"/>
          </ac:spMkLst>
        </pc:spChg>
        <pc:picChg chg="del">
          <ac:chgData name="Veerle Damm" userId="8d8f6742-9e7e-4e00-9132-b652dd15f1a0" providerId="ADAL" clId="{464DA444-7A0B-449F-B448-59BAE74FDD9E}" dt="2023-12-26T08:52:08.077" v="5878" actId="478"/>
          <ac:picMkLst>
            <pc:docMk/>
            <pc:sldMk cId="2048067594" sldId="425"/>
            <ac:picMk id="7" creationId="{4D3DC306-64F8-63A8-212C-AF54478091BB}"/>
          </ac:picMkLst>
        </pc:picChg>
      </pc:sldChg>
      <pc:sldChg chg="addSp modSp add mod modAnim">
        <pc:chgData name="Veerle Damm" userId="8d8f6742-9e7e-4e00-9132-b652dd15f1a0" providerId="ADAL" clId="{464DA444-7A0B-449F-B448-59BAE74FDD9E}" dt="2023-12-26T09:02:33.064" v="6500" actId="12788"/>
        <pc:sldMkLst>
          <pc:docMk/>
          <pc:sldMk cId="2986903108" sldId="426"/>
        </pc:sldMkLst>
        <pc:spChg chg="mod">
          <ac:chgData name="Veerle Damm" userId="8d8f6742-9e7e-4e00-9132-b652dd15f1a0" providerId="ADAL" clId="{464DA444-7A0B-449F-B448-59BAE74FDD9E}" dt="2023-12-26T09:01:33.287" v="6422" actId="6549"/>
          <ac:spMkLst>
            <pc:docMk/>
            <pc:sldMk cId="2986903108" sldId="426"/>
            <ac:spMk id="3" creationId="{C3F4FB4A-807B-2501-0A4E-9E0DD34497E4}"/>
          </ac:spMkLst>
        </pc:spChg>
        <pc:picChg chg="add mod modCrop">
          <ac:chgData name="Veerle Damm" userId="8d8f6742-9e7e-4e00-9132-b652dd15f1a0" providerId="ADAL" clId="{464DA444-7A0B-449F-B448-59BAE74FDD9E}" dt="2023-12-26T09:02:33.064" v="6500" actId="12788"/>
          <ac:picMkLst>
            <pc:docMk/>
            <pc:sldMk cId="2986903108" sldId="426"/>
            <ac:picMk id="6" creationId="{967923FD-431B-31F1-67CD-36F1ED4D8DD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4663A-444B-B253-439A-8FC8BC1C64E9}"/>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endParaRPr lang="nl-BE"/>
          </a:p>
        </p:txBody>
      </p:sp>
      <p:sp>
        <p:nvSpPr>
          <p:cNvPr id="3" name="Subtitle 2">
            <a:extLst>
              <a:ext uri="{FF2B5EF4-FFF2-40B4-BE49-F238E27FC236}">
                <a16:creationId xmlns:a16="http://schemas.microsoft.com/office/drawing/2014/main" id="{881602C2-DF6A-3E47-F925-4A07C219FB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nl-BE"/>
          </a:p>
        </p:txBody>
      </p:sp>
      <p:sp>
        <p:nvSpPr>
          <p:cNvPr id="4" name="Date Placeholder 3">
            <a:extLst>
              <a:ext uri="{FF2B5EF4-FFF2-40B4-BE49-F238E27FC236}">
                <a16:creationId xmlns:a16="http://schemas.microsoft.com/office/drawing/2014/main" id="{9D224258-12FA-A9CD-B420-A97E2AD5D285}"/>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5" name="Footer Placeholder 4">
            <a:extLst>
              <a:ext uri="{FF2B5EF4-FFF2-40B4-BE49-F238E27FC236}">
                <a16:creationId xmlns:a16="http://schemas.microsoft.com/office/drawing/2014/main" id="{6C57F3A7-D078-31E6-A4A4-19FC5AEEECC8}"/>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81304B68-D4B0-5C2D-D52F-CBB3DBE80F8F}"/>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373643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3E197-F0C0-45EF-BFB7-B0052CAC48A6}"/>
              </a:ext>
            </a:extLst>
          </p:cNvPr>
          <p:cNvSpPr>
            <a:spLocks noGrp="1"/>
          </p:cNvSpPr>
          <p:nvPr>
            <p:ph type="title"/>
          </p:nvPr>
        </p:nvSpPr>
        <p:spPr/>
        <p:txBody>
          <a:bodyPr/>
          <a:lstStyle/>
          <a:p>
            <a:r>
              <a:rPr lang="nl-NL"/>
              <a:t>Klik om stijl te bewerken</a:t>
            </a:r>
            <a:endParaRPr lang="nl-BE"/>
          </a:p>
        </p:txBody>
      </p:sp>
      <p:sp>
        <p:nvSpPr>
          <p:cNvPr id="3" name="Content Placeholder 2">
            <a:extLst>
              <a:ext uri="{FF2B5EF4-FFF2-40B4-BE49-F238E27FC236}">
                <a16:creationId xmlns:a16="http://schemas.microsoft.com/office/drawing/2014/main" id="{91BEF192-9F0E-BE81-0A60-C3BC50E49161}"/>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Date Placeholder 3">
            <a:extLst>
              <a:ext uri="{FF2B5EF4-FFF2-40B4-BE49-F238E27FC236}">
                <a16:creationId xmlns:a16="http://schemas.microsoft.com/office/drawing/2014/main" id="{0A93A291-C034-029C-BFF1-5F72A55C66E6}"/>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5" name="Footer Placeholder 4">
            <a:extLst>
              <a:ext uri="{FF2B5EF4-FFF2-40B4-BE49-F238E27FC236}">
                <a16:creationId xmlns:a16="http://schemas.microsoft.com/office/drawing/2014/main" id="{8838D24F-C680-0C2F-B936-FE91FDEE0929}"/>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BC61BD8B-9356-3E13-352F-2C1237810DA2}"/>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375924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8BF34-BB9C-9BB1-ED27-E3974141F7B2}"/>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endParaRPr lang="nl-BE"/>
          </a:p>
        </p:txBody>
      </p:sp>
      <p:sp>
        <p:nvSpPr>
          <p:cNvPr id="3" name="Text Placeholder 2">
            <a:extLst>
              <a:ext uri="{FF2B5EF4-FFF2-40B4-BE49-F238E27FC236}">
                <a16:creationId xmlns:a16="http://schemas.microsoft.com/office/drawing/2014/main" id="{6364FE2E-EFC2-E434-E5F3-B314079300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Date Placeholder 3">
            <a:extLst>
              <a:ext uri="{FF2B5EF4-FFF2-40B4-BE49-F238E27FC236}">
                <a16:creationId xmlns:a16="http://schemas.microsoft.com/office/drawing/2014/main" id="{8C117ADC-39B9-531B-8B5F-F101ED795FE0}"/>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5" name="Footer Placeholder 4">
            <a:extLst>
              <a:ext uri="{FF2B5EF4-FFF2-40B4-BE49-F238E27FC236}">
                <a16:creationId xmlns:a16="http://schemas.microsoft.com/office/drawing/2014/main" id="{5AE23DBC-03AC-C39C-D9C3-743D8887F0CA}"/>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A6A5BC0E-C48E-868D-67D0-2E7BAED04E3A}"/>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503477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92A0C-4D65-76BC-11FC-1939331FB224}"/>
              </a:ext>
            </a:extLst>
          </p:cNvPr>
          <p:cNvSpPr>
            <a:spLocks noGrp="1"/>
          </p:cNvSpPr>
          <p:nvPr>
            <p:ph type="title"/>
          </p:nvPr>
        </p:nvSpPr>
        <p:spPr/>
        <p:txBody>
          <a:bodyPr/>
          <a:lstStyle/>
          <a:p>
            <a:r>
              <a:rPr lang="nl-NL"/>
              <a:t>Klik om stijl te bewerken</a:t>
            </a:r>
            <a:endParaRPr lang="nl-BE"/>
          </a:p>
        </p:txBody>
      </p:sp>
      <p:sp>
        <p:nvSpPr>
          <p:cNvPr id="3" name="Content Placeholder 2">
            <a:extLst>
              <a:ext uri="{FF2B5EF4-FFF2-40B4-BE49-F238E27FC236}">
                <a16:creationId xmlns:a16="http://schemas.microsoft.com/office/drawing/2014/main" id="{46315C96-F15C-CDC3-45E7-F8F98A2072EC}"/>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Content Placeholder 3">
            <a:extLst>
              <a:ext uri="{FF2B5EF4-FFF2-40B4-BE49-F238E27FC236}">
                <a16:creationId xmlns:a16="http://schemas.microsoft.com/office/drawing/2014/main" id="{5A69F944-8C11-BDF2-6E59-4448DE7AE525}"/>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Date Placeholder 4">
            <a:extLst>
              <a:ext uri="{FF2B5EF4-FFF2-40B4-BE49-F238E27FC236}">
                <a16:creationId xmlns:a16="http://schemas.microsoft.com/office/drawing/2014/main" id="{1A94F5C1-8E48-EA3B-DD83-CA5DFBDF352D}"/>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6" name="Footer Placeholder 5">
            <a:extLst>
              <a:ext uri="{FF2B5EF4-FFF2-40B4-BE49-F238E27FC236}">
                <a16:creationId xmlns:a16="http://schemas.microsoft.com/office/drawing/2014/main" id="{869C8793-1F63-3D24-76B1-EF29073E8136}"/>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1C37F717-6DF7-466B-1B31-9D218DC548C2}"/>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966257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1C554-611A-1FEF-08DB-1B9CF4521C9B}"/>
              </a:ext>
            </a:extLst>
          </p:cNvPr>
          <p:cNvSpPr>
            <a:spLocks noGrp="1"/>
          </p:cNvSpPr>
          <p:nvPr>
            <p:ph type="title"/>
          </p:nvPr>
        </p:nvSpPr>
        <p:spPr>
          <a:xfrm>
            <a:off x="839788" y="365125"/>
            <a:ext cx="10515600" cy="1325563"/>
          </a:xfrm>
        </p:spPr>
        <p:txBody>
          <a:bodyPr/>
          <a:lstStyle/>
          <a:p>
            <a:r>
              <a:rPr lang="nl-NL"/>
              <a:t>Klik om stijl te bewerken</a:t>
            </a:r>
            <a:endParaRPr lang="nl-BE"/>
          </a:p>
        </p:txBody>
      </p:sp>
      <p:sp>
        <p:nvSpPr>
          <p:cNvPr id="3" name="Text Placeholder 2">
            <a:extLst>
              <a:ext uri="{FF2B5EF4-FFF2-40B4-BE49-F238E27FC236}">
                <a16:creationId xmlns:a16="http://schemas.microsoft.com/office/drawing/2014/main" id="{245EB5E7-BB56-8F5B-7B98-6D785909E4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a:extLst>
              <a:ext uri="{FF2B5EF4-FFF2-40B4-BE49-F238E27FC236}">
                <a16:creationId xmlns:a16="http://schemas.microsoft.com/office/drawing/2014/main" id="{BFFD2915-90BB-9336-473E-29C7BC00C66F}"/>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ext Placeholder 4">
            <a:extLst>
              <a:ext uri="{FF2B5EF4-FFF2-40B4-BE49-F238E27FC236}">
                <a16:creationId xmlns:a16="http://schemas.microsoft.com/office/drawing/2014/main" id="{1690E802-CD90-7494-2140-62D10FA703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Content Placeholder 5">
            <a:extLst>
              <a:ext uri="{FF2B5EF4-FFF2-40B4-BE49-F238E27FC236}">
                <a16:creationId xmlns:a16="http://schemas.microsoft.com/office/drawing/2014/main" id="{8351F5A7-7F85-30F2-F504-C4A16F16E567}"/>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Date Placeholder 6">
            <a:extLst>
              <a:ext uri="{FF2B5EF4-FFF2-40B4-BE49-F238E27FC236}">
                <a16:creationId xmlns:a16="http://schemas.microsoft.com/office/drawing/2014/main" id="{B6773864-11C4-2610-2B7A-97A917C8A447}"/>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8" name="Footer Placeholder 7">
            <a:extLst>
              <a:ext uri="{FF2B5EF4-FFF2-40B4-BE49-F238E27FC236}">
                <a16:creationId xmlns:a16="http://schemas.microsoft.com/office/drawing/2014/main" id="{72FD922A-6D32-BE82-D7BF-349A84A2D7F9}"/>
              </a:ext>
            </a:extLst>
          </p:cNvPr>
          <p:cNvSpPr>
            <a:spLocks noGrp="1"/>
          </p:cNvSpPr>
          <p:nvPr>
            <p:ph type="ftr" sz="quarter" idx="11"/>
          </p:nvPr>
        </p:nvSpPr>
        <p:spPr/>
        <p:txBody>
          <a:bodyPr/>
          <a:lstStyle/>
          <a:p>
            <a:endParaRPr lang="nl-BE"/>
          </a:p>
        </p:txBody>
      </p:sp>
      <p:sp>
        <p:nvSpPr>
          <p:cNvPr id="9" name="Slide Number Placeholder 8">
            <a:extLst>
              <a:ext uri="{FF2B5EF4-FFF2-40B4-BE49-F238E27FC236}">
                <a16:creationId xmlns:a16="http://schemas.microsoft.com/office/drawing/2014/main" id="{B9263317-34A4-7C09-6BFF-FEF8C923545A}"/>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93296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54421-3F06-19A1-0C69-D6F0622FA060}"/>
              </a:ext>
            </a:extLst>
          </p:cNvPr>
          <p:cNvSpPr>
            <a:spLocks noGrp="1"/>
          </p:cNvSpPr>
          <p:nvPr>
            <p:ph type="title"/>
          </p:nvPr>
        </p:nvSpPr>
        <p:spPr/>
        <p:txBody>
          <a:bodyPr/>
          <a:lstStyle/>
          <a:p>
            <a:r>
              <a:rPr lang="nl-NL"/>
              <a:t>Klik om stijl te bewerken</a:t>
            </a:r>
            <a:endParaRPr lang="nl-BE"/>
          </a:p>
        </p:txBody>
      </p:sp>
      <p:sp>
        <p:nvSpPr>
          <p:cNvPr id="3" name="Date Placeholder 2">
            <a:extLst>
              <a:ext uri="{FF2B5EF4-FFF2-40B4-BE49-F238E27FC236}">
                <a16:creationId xmlns:a16="http://schemas.microsoft.com/office/drawing/2014/main" id="{2558526E-EF4B-8AD5-4AD9-1F922C1BE8C5}"/>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4" name="Footer Placeholder 3">
            <a:extLst>
              <a:ext uri="{FF2B5EF4-FFF2-40B4-BE49-F238E27FC236}">
                <a16:creationId xmlns:a16="http://schemas.microsoft.com/office/drawing/2014/main" id="{024FF114-E4B7-B8D6-9462-6F535B96C0EE}"/>
              </a:ext>
            </a:extLst>
          </p:cNvPr>
          <p:cNvSpPr>
            <a:spLocks noGrp="1"/>
          </p:cNvSpPr>
          <p:nvPr>
            <p:ph type="ftr" sz="quarter" idx="11"/>
          </p:nvPr>
        </p:nvSpPr>
        <p:spPr/>
        <p:txBody>
          <a:bodyPr/>
          <a:lstStyle/>
          <a:p>
            <a:endParaRPr lang="nl-BE"/>
          </a:p>
        </p:txBody>
      </p:sp>
      <p:sp>
        <p:nvSpPr>
          <p:cNvPr id="5" name="Slide Number Placeholder 4">
            <a:extLst>
              <a:ext uri="{FF2B5EF4-FFF2-40B4-BE49-F238E27FC236}">
                <a16:creationId xmlns:a16="http://schemas.microsoft.com/office/drawing/2014/main" id="{F4FAB200-1CA4-BEF1-E931-84CBCDA7D276}"/>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1841223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D952AD-6D75-397F-E968-4239144AE543}"/>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3" name="Footer Placeholder 2">
            <a:extLst>
              <a:ext uri="{FF2B5EF4-FFF2-40B4-BE49-F238E27FC236}">
                <a16:creationId xmlns:a16="http://schemas.microsoft.com/office/drawing/2014/main" id="{86EC903E-B436-8801-1285-4FB3A0565446}"/>
              </a:ext>
            </a:extLst>
          </p:cNvPr>
          <p:cNvSpPr>
            <a:spLocks noGrp="1"/>
          </p:cNvSpPr>
          <p:nvPr>
            <p:ph type="ftr" sz="quarter" idx="11"/>
          </p:nvPr>
        </p:nvSpPr>
        <p:spPr/>
        <p:txBody>
          <a:bodyPr/>
          <a:lstStyle/>
          <a:p>
            <a:endParaRPr lang="nl-BE"/>
          </a:p>
        </p:txBody>
      </p:sp>
      <p:sp>
        <p:nvSpPr>
          <p:cNvPr id="4" name="Slide Number Placeholder 3">
            <a:extLst>
              <a:ext uri="{FF2B5EF4-FFF2-40B4-BE49-F238E27FC236}">
                <a16:creationId xmlns:a16="http://schemas.microsoft.com/office/drawing/2014/main" id="{48CDA5E9-BD84-25D9-E51C-E657B3E7B389}"/>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3892055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0C89A-22D0-DD43-0493-A8F7E498D82A}"/>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Content Placeholder 2">
            <a:extLst>
              <a:ext uri="{FF2B5EF4-FFF2-40B4-BE49-F238E27FC236}">
                <a16:creationId xmlns:a16="http://schemas.microsoft.com/office/drawing/2014/main" id="{20B7D646-EA9C-9771-0CC6-F6427F3AD4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ext Placeholder 3">
            <a:extLst>
              <a:ext uri="{FF2B5EF4-FFF2-40B4-BE49-F238E27FC236}">
                <a16:creationId xmlns:a16="http://schemas.microsoft.com/office/drawing/2014/main" id="{BA000A5F-74AC-3874-9106-818BA2259F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a:extLst>
              <a:ext uri="{FF2B5EF4-FFF2-40B4-BE49-F238E27FC236}">
                <a16:creationId xmlns:a16="http://schemas.microsoft.com/office/drawing/2014/main" id="{98EAA102-D849-C344-F46F-C95FCED518BA}"/>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6" name="Footer Placeholder 5">
            <a:extLst>
              <a:ext uri="{FF2B5EF4-FFF2-40B4-BE49-F238E27FC236}">
                <a16:creationId xmlns:a16="http://schemas.microsoft.com/office/drawing/2014/main" id="{47B85158-B163-704F-8487-8E9CBAEE23BE}"/>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E6AC827A-362E-7F12-2B81-1F9D9BFCCB55}"/>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2208224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469BA-5C85-2A85-0035-D6C3D4EC8A92}"/>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nl-BE"/>
          </a:p>
        </p:txBody>
      </p:sp>
      <p:sp>
        <p:nvSpPr>
          <p:cNvPr id="3" name="Picture Placeholder 2">
            <a:extLst>
              <a:ext uri="{FF2B5EF4-FFF2-40B4-BE49-F238E27FC236}">
                <a16:creationId xmlns:a16="http://schemas.microsoft.com/office/drawing/2014/main" id="{7BE41A67-447C-69EC-3DB7-C90683D314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nl-BE"/>
          </a:p>
        </p:txBody>
      </p:sp>
      <p:sp>
        <p:nvSpPr>
          <p:cNvPr id="4" name="Text Placeholder 3">
            <a:extLst>
              <a:ext uri="{FF2B5EF4-FFF2-40B4-BE49-F238E27FC236}">
                <a16:creationId xmlns:a16="http://schemas.microsoft.com/office/drawing/2014/main" id="{0489906D-A973-F368-8436-091211F89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a:extLst>
              <a:ext uri="{FF2B5EF4-FFF2-40B4-BE49-F238E27FC236}">
                <a16:creationId xmlns:a16="http://schemas.microsoft.com/office/drawing/2014/main" id="{D9091E19-9E41-3B36-19A0-5DC9B2AB316E}"/>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6" name="Footer Placeholder 5">
            <a:extLst>
              <a:ext uri="{FF2B5EF4-FFF2-40B4-BE49-F238E27FC236}">
                <a16:creationId xmlns:a16="http://schemas.microsoft.com/office/drawing/2014/main" id="{AD835040-57AC-12F9-E40A-89A8EBC64E7F}"/>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C3ECFA9E-ABCC-FEB7-5F6B-E2CA508DC225}"/>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1751936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9E484-201A-2EEF-5AA3-86785F9A6D78}"/>
              </a:ext>
            </a:extLst>
          </p:cNvPr>
          <p:cNvSpPr>
            <a:spLocks noGrp="1"/>
          </p:cNvSpPr>
          <p:nvPr>
            <p:ph type="title"/>
          </p:nvPr>
        </p:nvSpPr>
        <p:spPr/>
        <p:txBody>
          <a:bodyPr/>
          <a:lstStyle/>
          <a:p>
            <a:r>
              <a:rPr lang="nl-NL"/>
              <a:t>Klik om stijl te bewerken</a:t>
            </a:r>
            <a:endParaRPr lang="nl-BE"/>
          </a:p>
        </p:txBody>
      </p:sp>
      <p:sp>
        <p:nvSpPr>
          <p:cNvPr id="3" name="Vertical Text Placeholder 2">
            <a:extLst>
              <a:ext uri="{FF2B5EF4-FFF2-40B4-BE49-F238E27FC236}">
                <a16:creationId xmlns:a16="http://schemas.microsoft.com/office/drawing/2014/main" id="{23FFD527-F278-166B-885B-F6B5F2306EC7}"/>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Date Placeholder 3">
            <a:extLst>
              <a:ext uri="{FF2B5EF4-FFF2-40B4-BE49-F238E27FC236}">
                <a16:creationId xmlns:a16="http://schemas.microsoft.com/office/drawing/2014/main" id="{12E4FC23-AE0A-7385-E7DA-35BDADC03F29}"/>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5" name="Footer Placeholder 4">
            <a:extLst>
              <a:ext uri="{FF2B5EF4-FFF2-40B4-BE49-F238E27FC236}">
                <a16:creationId xmlns:a16="http://schemas.microsoft.com/office/drawing/2014/main" id="{BD6FB928-6B35-D21A-61A2-CB3032AA08A8}"/>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E12761B0-2951-F119-698F-90464D336E55}"/>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173180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F1332D-0401-0F9A-4E84-C526743E2D60}"/>
              </a:ext>
            </a:extLst>
          </p:cNvPr>
          <p:cNvSpPr>
            <a:spLocks noGrp="1"/>
          </p:cNvSpPr>
          <p:nvPr>
            <p:ph type="title" orient="vert"/>
          </p:nvPr>
        </p:nvSpPr>
        <p:spPr>
          <a:xfrm>
            <a:off x="8724900" y="365125"/>
            <a:ext cx="2628900" cy="5811838"/>
          </a:xfrm>
        </p:spPr>
        <p:txBody>
          <a:bodyPr vert="eaVert"/>
          <a:lstStyle/>
          <a:p>
            <a:r>
              <a:rPr lang="nl-NL"/>
              <a:t>Klik om stijl te bewerken</a:t>
            </a:r>
            <a:endParaRPr lang="nl-BE"/>
          </a:p>
        </p:txBody>
      </p:sp>
      <p:sp>
        <p:nvSpPr>
          <p:cNvPr id="3" name="Vertical Text Placeholder 2">
            <a:extLst>
              <a:ext uri="{FF2B5EF4-FFF2-40B4-BE49-F238E27FC236}">
                <a16:creationId xmlns:a16="http://schemas.microsoft.com/office/drawing/2014/main" id="{70266698-DAA1-3BA0-60F7-864BCE66BF75}"/>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Date Placeholder 3">
            <a:extLst>
              <a:ext uri="{FF2B5EF4-FFF2-40B4-BE49-F238E27FC236}">
                <a16:creationId xmlns:a16="http://schemas.microsoft.com/office/drawing/2014/main" id="{7733897E-DCE0-F047-C798-BACA0C4E7C1B}"/>
              </a:ext>
            </a:extLst>
          </p:cNvPr>
          <p:cNvSpPr>
            <a:spLocks noGrp="1"/>
          </p:cNvSpPr>
          <p:nvPr>
            <p:ph type="dt" sz="half" idx="10"/>
          </p:nvPr>
        </p:nvSpPr>
        <p:spPr/>
        <p:txBody>
          <a:bodyPr/>
          <a:lstStyle/>
          <a:p>
            <a:fld id="{0FF57440-BD6F-4FEF-B639-07DD4F6D56E1}" type="datetimeFigureOut">
              <a:rPr lang="nl-BE" smtClean="0"/>
              <a:t>26/12/2023</a:t>
            </a:fld>
            <a:endParaRPr lang="nl-BE"/>
          </a:p>
        </p:txBody>
      </p:sp>
      <p:sp>
        <p:nvSpPr>
          <p:cNvPr id="5" name="Footer Placeholder 4">
            <a:extLst>
              <a:ext uri="{FF2B5EF4-FFF2-40B4-BE49-F238E27FC236}">
                <a16:creationId xmlns:a16="http://schemas.microsoft.com/office/drawing/2014/main" id="{BA76E3AB-FF61-2C2E-CACF-5BA34E66F6C8}"/>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91F1CB64-6288-1991-D44E-D0C83A90DF85}"/>
              </a:ext>
            </a:extLst>
          </p:cNvPr>
          <p:cNvSpPr>
            <a:spLocks noGrp="1"/>
          </p:cNvSpPr>
          <p:nvPr>
            <p:ph type="sldNum" sz="quarter" idx="12"/>
          </p:nvPr>
        </p:nvSpPr>
        <p:spPr/>
        <p:txBody>
          <a:bodyPr/>
          <a:lstStyle/>
          <a:p>
            <a:fld id="{F9485D15-C43A-4930-9F9B-1EE9D1A89B7A}" type="slidenum">
              <a:rPr lang="nl-BE" smtClean="0"/>
              <a:t>‹nr.›</a:t>
            </a:fld>
            <a:endParaRPr lang="nl-BE"/>
          </a:p>
        </p:txBody>
      </p:sp>
    </p:spTree>
    <p:extLst>
      <p:ext uri="{BB962C8B-B14F-4D97-AF65-F5344CB8AC3E}">
        <p14:creationId xmlns:p14="http://schemas.microsoft.com/office/powerpoint/2010/main" val="3826484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6351E3-D3EB-960C-F361-C1966E98E5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ext Placeholder 2">
            <a:extLst>
              <a:ext uri="{FF2B5EF4-FFF2-40B4-BE49-F238E27FC236}">
                <a16:creationId xmlns:a16="http://schemas.microsoft.com/office/drawing/2014/main" id="{C6F807D9-79EC-A3AE-26D3-4992E745CB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Date Placeholder 3">
            <a:extLst>
              <a:ext uri="{FF2B5EF4-FFF2-40B4-BE49-F238E27FC236}">
                <a16:creationId xmlns:a16="http://schemas.microsoft.com/office/drawing/2014/main" id="{D92BC1EA-E835-643E-C895-5D5E107913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F57440-BD6F-4FEF-B639-07DD4F6D56E1}" type="datetimeFigureOut">
              <a:rPr lang="nl-BE" smtClean="0"/>
              <a:t>26/12/2023</a:t>
            </a:fld>
            <a:endParaRPr lang="nl-BE"/>
          </a:p>
        </p:txBody>
      </p:sp>
      <p:sp>
        <p:nvSpPr>
          <p:cNvPr id="5" name="Footer Placeholder 4">
            <a:extLst>
              <a:ext uri="{FF2B5EF4-FFF2-40B4-BE49-F238E27FC236}">
                <a16:creationId xmlns:a16="http://schemas.microsoft.com/office/drawing/2014/main" id="{737A3DFF-525C-2008-4C7C-F4B78F2968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Slide Number Placeholder 5">
            <a:extLst>
              <a:ext uri="{FF2B5EF4-FFF2-40B4-BE49-F238E27FC236}">
                <a16:creationId xmlns:a16="http://schemas.microsoft.com/office/drawing/2014/main" id="{3CD55B92-A3C1-04E2-0E45-FDF7732688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485D15-C43A-4930-9F9B-1EE9D1A89B7A}" type="slidenum">
              <a:rPr lang="nl-BE" smtClean="0"/>
              <a:t>‹nr.›</a:t>
            </a:fld>
            <a:endParaRPr lang="nl-BE"/>
          </a:p>
        </p:txBody>
      </p:sp>
    </p:spTree>
    <p:extLst>
      <p:ext uri="{BB962C8B-B14F-4D97-AF65-F5344CB8AC3E}">
        <p14:creationId xmlns:p14="http://schemas.microsoft.com/office/powerpoint/2010/main" val="970495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79000">
              <a:srgbClr val="68C4D4"/>
            </a:gs>
            <a:gs pos="30000">
              <a:schemeClr val="bg1"/>
            </a:gs>
            <a:gs pos="57000">
              <a:schemeClr val="accent5">
                <a:lumMod val="40000"/>
                <a:lumOff val="60000"/>
              </a:schemeClr>
            </a:gs>
            <a:gs pos="100000">
              <a:srgbClr val="13B1B9"/>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92863-2E70-C25A-16F6-C20333246C82}"/>
              </a:ext>
            </a:extLst>
          </p:cNvPr>
          <p:cNvSpPr>
            <a:spLocks noGrp="1"/>
          </p:cNvSpPr>
          <p:nvPr>
            <p:ph type="ctrTitle"/>
          </p:nvPr>
        </p:nvSpPr>
        <p:spPr>
          <a:xfrm>
            <a:off x="1524000" y="1122362"/>
            <a:ext cx="9144000" cy="4364037"/>
          </a:xfrm>
        </p:spPr>
        <p:txBody>
          <a:bodyPr>
            <a:normAutofit/>
          </a:bodyPr>
          <a:lstStyle/>
          <a:p>
            <a:pPr algn="l"/>
            <a:r>
              <a:rPr lang="nl-NL" sz="16700" b="1" dirty="0">
                <a:solidFill>
                  <a:schemeClr val="bg1"/>
                </a:solidFill>
                <a:latin typeface="Noto Sans" panose="020B0502040504020204" pitchFamily="34" charset="0"/>
                <a:ea typeface="Noto Sans" panose="020B0502040504020204" pitchFamily="34" charset="0"/>
                <a:cs typeface="Noto Sans" panose="020B0502040504020204" pitchFamily="34" charset="0"/>
              </a:rPr>
              <a:t>4</a:t>
            </a:r>
            <a:r>
              <a:rPr lang="nl-NL" sz="16700" dirty="0"/>
              <a:t> </a:t>
            </a:r>
            <a:br>
              <a:rPr lang="nl-NL" dirty="0"/>
            </a:br>
            <a:r>
              <a:rPr lang="nl-NL" sz="7200" dirty="0">
                <a:solidFill>
                  <a:srgbClr val="8577AD"/>
                </a:solidFill>
                <a:latin typeface="Noto Sans Black" panose="020B0A02040504020204" pitchFamily="34" charset="0"/>
              </a:rPr>
              <a:t>DNA EN CELDELING</a:t>
            </a:r>
            <a:endParaRPr lang="nl-BE" dirty="0">
              <a:solidFill>
                <a:srgbClr val="8577AD"/>
              </a:solidFill>
              <a:latin typeface="Noto Sans Black" panose="020B0A02040504020204" pitchFamily="34" charset="0"/>
              <a:ea typeface="Noto Sans Black" panose="020B0A02040504020204" pitchFamily="34" charset="0"/>
              <a:cs typeface="Noto Sans Black" panose="020B0A02040504020204" pitchFamily="34" charset="0"/>
            </a:endParaRPr>
          </a:p>
        </p:txBody>
      </p:sp>
      <p:pic>
        <p:nvPicPr>
          <p:cNvPr id="5" name="Afbeelding 4">
            <a:extLst>
              <a:ext uri="{FF2B5EF4-FFF2-40B4-BE49-F238E27FC236}">
                <a16:creationId xmlns:a16="http://schemas.microsoft.com/office/drawing/2014/main" id="{ED77BB9F-5843-0D86-3CFF-4C3B360ABCA5}"/>
              </a:ext>
            </a:extLst>
          </p:cNvPr>
          <p:cNvPicPr>
            <a:picLocks noChangeAspect="1"/>
          </p:cNvPicPr>
          <p:nvPr/>
        </p:nvPicPr>
        <p:blipFill>
          <a:blip r:embed="rId2">
            <a:alphaModFix amt="20000"/>
          </a:blip>
          <a:stretch>
            <a:fillRect/>
          </a:stretch>
        </p:blipFill>
        <p:spPr>
          <a:xfrm>
            <a:off x="0" y="0"/>
            <a:ext cx="12179675" cy="6858000"/>
          </a:xfrm>
          <a:prstGeom prst="rect">
            <a:avLst/>
          </a:prstGeom>
        </p:spPr>
      </p:pic>
    </p:spTree>
    <p:extLst>
      <p:ext uri="{BB962C8B-B14F-4D97-AF65-F5344CB8AC3E}">
        <p14:creationId xmlns:p14="http://schemas.microsoft.com/office/powerpoint/2010/main" val="2666098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36670-DAD7-78BE-9FCC-42D497C82EBA}"/>
              </a:ext>
            </a:extLst>
          </p:cNvPr>
          <p:cNvSpPr>
            <a:spLocks noGrp="1"/>
          </p:cNvSpPr>
          <p:nvPr>
            <p:ph type="ctrTitle"/>
          </p:nvPr>
        </p:nvSpPr>
        <p:spPr>
          <a:xfrm>
            <a:off x="1524000" y="1122362"/>
            <a:ext cx="9144000" cy="2757179"/>
          </a:xfrm>
        </p:spPr>
        <p:txBody>
          <a:bodyPr>
            <a:normAutofit/>
          </a:bodyPr>
          <a:lstStyle/>
          <a:p>
            <a:r>
              <a:rPr lang="en-US"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HOOFDSTUK 2 CELDELING</a:t>
            </a:r>
            <a:endParaRPr lang="nl-BE"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endParaRPr>
          </a:p>
        </p:txBody>
      </p:sp>
      <p:sp>
        <p:nvSpPr>
          <p:cNvPr id="4" name="Rectangle 3">
            <a:extLst>
              <a:ext uri="{FF2B5EF4-FFF2-40B4-BE49-F238E27FC236}">
                <a16:creationId xmlns:a16="http://schemas.microsoft.com/office/drawing/2014/main" id="{64071AB0-5127-C2BC-9C0B-5C557B4D9420}"/>
              </a:ext>
            </a:extLst>
          </p:cNvPr>
          <p:cNvSpPr/>
          <p:nvPr/>
        </p:nvSpPr>
        <p:spPr>
          <a:xfrm>
            <a:off x="0" y="0"/>
            <a:ext cx="12192000" cy="1012371"/>
          </a:xfrm>
          <a:prstGeom prst="rect">
            <a:avLst/>
          </a:prstGeom>
          <a:solidFill>
            <a:srgbClr val="CDD4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dirty="0"/>
          </a:p>
        </p:txBody>
      </p:sp>
      <p:pic>
        <p:nvPicPr>
          <p:cNvPr id="6" name="Picture 5" descr="Logo&#10;&#10;Description automatically generated">
            <a:extLst>
              <a:ext uri="{FF2B5EF4-FFF2-40B4-BE49-F238E27FC236}">
                <a16:creationId xmlns:a16="http://schemas.microsoft.com/office/drawing/2014/main" id="{44156970-376F-392C-6C49-6C2D778C76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7061" y="0"/>
            <a:ext cx="1914939" cy="1012371"/>
          </a:xfrm>
          <a:prstGeom prst="rect">
            <a:avLst/>
          </a:prstGeom>
        </p:spPr>
      </p:pic>
      <p:sp>
        <p:nvSpPr>
          <p:cNvPr id="7" name="TextBox 6">
            <a:extLst>
              <a:ext uri="{FF2B5EF4-FFF2-40B4-BE49-F238E27FC236}">
                <a16:creationId xmlns:a16="http://schemas.microsoft.com/office/drawing/2014/main" id="{0C1C1EEB-3C83-1CAB-4007-4AED5245C947}"/>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172</a:t>
            </a:r>
          </a:p>
        </p:txBody>
      </p:sp>
    </p:spTree>
    <p:extLst>
      <p:ext uri="{BB962C8B-B14F-4D97-AF65-F5344CB8AC3E}">
        <p14:creationId xmlns:p14="http://schemas.microsoft.com/office/powerpoint/2010/main" val="3954209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Afbeelding 2">
            <a:extLst>
              <a:ext uri="{FF2B5EF4-FFF2-40B4-BE49-F238E27FC236}">
                <a16:creationId xmlns:a16="http://schemas.microsoft.com/office/drawing/2014/main" id="{9C9E0C5F-B295-E0E0-4E69-A117869E1DA9}"/>
              </a:ext>
            </a:extLst>
          </p:cNvPr>
          <p:cNvPicPr>
            <a:picLocks noChangeAspect="1"/>
          </p:cNvPicPr>
          <p:nvPr/>
        </p:nvPicPr>
        <p:blipFill>
          <a:blip r:embed="rId2"/>
          <a:stretch>
            <a:fillRect/>
          </a:stretch>
        </p:blipFill>
        <p:spPr>
          <a:xfrm>
            <a:off x="1280440" y="13811"/>
            <a:ext cx="9631119" cy="6830378"/>
          </a:xfrm>
          <a:prstGeom prst="rect">
            <a:avLst/>
          </a:prstGeom>
        </p:spPr>
      </p:pic>
    </p:spTree>
    <p:extLst>
      <p:ext uri="{BB962C8B-B14F-4D97-AF65-F5344CB8AC3E}">
        <p14:creationId xmlns:p14="http://schemas.microsoft.com/office/powerpoint/2010/main" val="30656449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1051560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.1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Soorten celdelingen</a:t>
            </a:r>
          </a:p>
          <a:p>
            <a:pPr marL="0" indent="0">
              <a:lnSpc>
                <a:spcPts val="1400"/>
              </a:lnSpc>
              <a:spcAft>
                <a:spcPts val="600"/>
              </a:spcAft>
              <a:buNone/>
            </a:pPr>
            <a:r>
              <a:rPr lang="en-US" sz="2200" b="1" dirty="0" err="1">
                <a:solidFill>
                  <a:srgbClr val="00B050"/>
                </a:solidFill>
              </a:rPr>
              <a:t>Mitose</a:t>
            </a:r>
            <a:r>
              <a:rPr lang="en-US" sz="2200" dirty="0"/>
              <a:t> of </a:t>
            </a:r>
            <a:r>
              <a:rPr lang="en-US" sz="2200" dirty="0" err="1"/>
              <a:t>gewone</a:t>
            </a:r>
            <a:r>
              <a:rPr lang="en-US" sz="2200" dirty="0"/>
              <a:t> </a:t>
            </a:r>
            <a:r>
              <a:rPr lang="en-US" sz="2200" dirty="0" err="1"/>
              <a:t>celdeling</a:t>
            </a:r>
            <a:endParaRPr lang="en-US" sz="2200" dirty="0"/>
          </a:p>
          <a:p>
            <a:pPr lvl="1">
              <a:lnSpc>
                <a:spcPts val="1400"/>
              </a:lnSpc>
              <a:spcAft>
                <a:spcPts val="600"/>
              </a:spcAft>
            </a:pPr>
            <a:r>
              <a:rPr lang="en-US" sz="1800" dirty="0" err="1"/>
              <a:t>aanmaak</a:t>
            </a:r>
            <a:r>
              <a:rPr lang="en-US" sz="1800" dirty="0"/>
              <a:t> van </a:t>
            </a:r>
            <a:r>
              <a:rPr lang="en-US" sz="1800" dirty="0" err="1"/>
              <a:t>lichaamscellen</a:t>
            </a:r>
            <a:r>
              <a:rPr lang="en-US" sz="1800" dirty="0"/>
              <a:t> </a:t>
            </a:r>
            <a:r>
              <a:rPr lang="en-US" sz="1800" dirty="0" err="1"/>
              <a:t>voor</a:t>
            </a:r>
            <a:r>
              <a:rPr lang="en-US" sz="1800" dirty="0"/>
              <a:t> </a:t>
            </a:r>
            <a:r>
              <a:rPr lang="en-US" sz="1800" dirty="0" err="1"/>
              <a:t>groei</a:t>
            </a:r>
            <a:r>
              <a:rPr lang="en-US" sz="1800" dirty="0"/>
              <a:t> of </a:t>
            </a:r>
            <a:r>
              <a:rPr lang="en-US" sz="1800" dirty="0" err="1"/>
              <a:t>herstel</a:t>
            </a:r>
            <a:endParaRPr lang="en-US" sz="1800" dirty="0"/>
          </a:p>
          <a:p>
            <a:pPr lvl="1">
              <a:lnSpc>
                <a:spcPts val="1400"/>
              </a:lnSpc>
              <a:spcAft>
                <a:spcPts val="600"/>
              </a:spcAft>
            </a:pPr>
            <a:r>
              <a:rPr lang="en-US" sz="1800" b="1" dirty="0" err="1">
                <a:solidFill>
                  <a:srgbClr val="00B050"/>
                </a:solidFill>
              </a:rPr>
              <a:t>moedercel</a:t>
            </a:r>
            <a:r>
              <a:rPr lang="en-US" sz="1800" dirty="0"/>
              <a:t> → </a:t>
            </a:r>
            <a:r>
              <a:rPr lang="en-US" sz="1800" b="1" dirty="0" err="1">
                <a:solidFill>
                  <a:srgbClr val="00B050"/>
                </a:solidFill>
              </a:rPr>
              <a:t>dochtercellen</a:t>
            </a:r>
            <a:endParaRPr lang="en-US" sz="1800" b="1" dirty="0">
              <a:solidFill>
                <a:srgbClr val="00B050"/>
              </a:solidFill>
            </a:endParaRPr>
          </a:p>
          <a:p>
            <a:pPr lvl="2">
              <a:lnSpc>
                <a:spcPts val="1400"/>
              </a:lnSpc>
              <a:spcAft>
                <a:spcPts val="600"/>
              </a:spcAft>
            </a:pPr>
            <a:r>
              <a:rPr lang="en-US" sz="1400" dirty="0"/>
              <a:t>diploid (2n)</a:t>
            </a:r>
          </a:p>
          <a:p>
            <a:pPr lvl="2">
              <a:lnSpc>
                <a:spcPts val="1400"/>
              </a:lnSpc>
              <a:spcAft>
                <a:spcPts val="600"/>
              </a:spcAft>
            </a:pPr>
            <a:r>
              <a:rPr lang="en-US" sz="1400" dirty="0" err="1"/>
              <a:t>genetisch</a:t>
            </a:r>
            <a:r>
              <a:rPr lang="en-US" sz="1400" dirty="0"/>
              <a:t> </a:t>
            </a:r>
            <a:r>
              <a:rPr lang="en-US" sz="1400" dirty="0" err="1"/>
              <a:t>identiek</a:t>
            </a:r>
            <a:endParaRPr lang="en-US" sz="1400" dirty="0"/>
          </a:p>
          <a:p>
            <a:pPr marL="0" indent="0">
              <a:lnSpc>
                <a:spcPts val="1400"/>
              </a:lnSpc>
              <a:spcAft>
                <a:spcPts val="600"/>
              </a:spcAft>
              <a:buNone/>
            </a:pPr>
            <a:r>
              <a:rPr lang="nl-BE" sz="2200" b="1" dirty="0">
                <a:solidFill>
                  <a:srgbClr val="00B050"/>
                </a:solidFill>
              </a:rPr>
              <a:t>Meiose</a:t>
            </a:r>
            <a:r>
              <a:rPr lang="nl-BE" sz="2200" dirty="0"/>
              <a:t> of halveringsdeling</a:t>
            </a:r>
            <a:endParaRPr lang="nl-BE" dirty="0"/>
          </a:p>
          <a:p>
            <a:pPr lvl="1">
              <a:lnSpc>
                <a:spcPts val="1400"/>
              </a:lnSpc>
              <a:spcAft>
                <a:spcPts val="600"/>
              </a:spcAft>
            </a:pPr>
            <a:r>
              <a:rPr lang="nl-BE" sz="1800" dirty="0"/>
              <a:t>aanmaak van gameten in voortplantingsorganen</a:t>
            </a:r>
          </a:p>
          <a:p>
            <a:pPr lvl="1">
              <a:lnSpc>
                <a:spcPts val="1400"/>
              </a:lnSpc>
              <a:spcAft>
                <a:spcPts val="600"/>
              </a:spcAft>
            </a:pPr>
            <a:r>
              <a:rPr lang="nl-BE" sz="1800" dirty="0"/>
              <a:t>moedercel is diploïd (2n)</a:t>
            </a:r>
          </a:p>
          <a:p>
            <a:pPr lvl="1">
              <a:lnSpc>
                <a:spcPts val="1400"/>
              </a:lnSpc>
              <a:spcAft>
                <a:spcPts val="600"/>
              </a:spcAft>
            </a:pPr>
            <a:r>
              <a:rPr lang="nl-BE" sz="1800" dirty="0"/>
              <a:t>dochtercellen zijn haploïd (n)</a:t>
            </a:r>
          </a:p>
          <a:p>
            <a:pPr lvl="1">
              <a:lnSpc>
                <a:spcPts val="1400"/>
              </a:lnSpc>
              <a:spcAft>
                <a:spcPts val="600"/>
              </a:spcAft>
            </a:pPr>
            <a:r>
              <a:rPr lang="nl-BE" sz="1800" dirty="0"/>
              <a:t>genetisch verschillend</a:t>
            </a:r>
          </a:p>
          <a:p>
            <a:pPr lvl="1">
              <a:lnSpc>
                <a:spcPts val="1400"/>
              </a:lnSpc>
              <a:spcAft>
                <a:spcPts val="600"/>
              </a:spcAft>
            </a:pPr>
            <a:r>
              <a:rPr lang="nl-BE" sz="1800" dirty="0"/>
              <a:t>één chromosoom van elk homoloog paar</a:t>
            </a:r>
          </a:p>
          <a:p>
            <a:pPr marL="0" indent="0">
              <a:lnSpc>
                <a:spcPts val="1400"/>
              </a:lnSpc>
              <a:spcAft>
                <a:spcPts val="600"/>
              </a:spcAft>
              <a:buNone/>
            </a:pPr>
            <a:r>
              <a:rPr lang="nl-BE" sz="2200" dirty="0"/>
              <a:t>Zygote</a:t>
            </a:r>
          </a:p>
          <a:p>
            <a:pPr lvl="1">
              <a:lnSpc>
                <a:spcPts val="1400"/>
              </a:lnSpc>
              <a:spcAft>
                <a:spcPts val="600"/>
              </a:spcAft>
            </a:pPr>
            <a:r>
              <a:rPr lang="en-US" sz="1800" dirty="0"/>
              <a:t>diploid (2n)</a:t>
            </a:r>
          </a:p>
          <a:p>
            <a:pPr lvl="1">
              <a:lnSpc>
                <a:spcPts val="1400"/>
              </a:lnSpc>
              <a:spcAft>
                <a:spcPts val="600"/>
              </a:spcAft>
            </a:pPr>
            <a:r>
              <a:rPr lang="en-US" sz="1800" dirty="0"/>
              <a:t>per </a:t>
            </a:r>
            <a:r>
              <a:rPr lang="en-US" sz="1800" dirty="0" err="1"/>
              <a:t>chromosomenpaar</a:t>
            </a:r>
            <a:r>
              <a:rPr lang="en-US" sz="1800" dirty="0"/>
              <a:t>: </a:t>
            </a:r>
            <a:r>
              <a:rPr lang="en-US" sz="1800" dirty="0" err="1"/>
              <a:t>één</a:t>
            </a:r>
            <a:r>
              <a:rPr lang="en-US" sz="1800" dirty="0"/>
              <a:t> van de </a:t>
            </a:r>
            <a:r>
              <a:rPr lang="en-US" sz="1800" dirty="0" err="1"/>
              <a:t>vader</a:t>
            </a:r>
            <a:r>
              <a:rPr lang="en-US" sz="1800" dirty="0"/>
              <a:t> </a:t>
            </a:r>
            <a:r>
              <a:rPr lang="en-US" sz="1800" dirty="0" err="1"/>
              <a:t>en</a:t>
            </a:r>
            <a:r>
              <a:rPr lang="en-US" sz="1800" dirty="0"/>
              <a:t> </a:t>
            </a:r>
            <a:r>
              <a:rPr lang="en-US" sz="1800" dirty="0" err="1"/>
              <a:t>één</a:t>
            </a:r>
            <a:r>
              <a:rPr lang="en-US" sz="1800" dirty="0"/>
              <a:t> van de </a:t>
            </a:r>
            <a:r>
              <a:rPr lang="en-US" sz="1800" dirty="0" err="1"/>
              <a:t>moeder</a:t>
            </a:r>
            <a:endParaRPr lang="en-US" sz="18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172</a:t>
            </a:r>
          </a:p>
        </p:txBody>
      </p:sp>
      <p:pic>
        <p:nvPicPr>
          <p:cNvPr id="6" name="Afbeelding 5">
            <a:extLst>
              <a:ext uri="{FF2B5EF4-FFF2-40B4-BE49-F238E27FC236}">
                <a16:creationId xmlns:a16="http://schemas.microsoft.com/office/drawing/2014/main" id="{F11FB2DD-029D-1174-0FC7-BDA18718DB6A}"/>
              </a:ext>
            </a:extLst>
          </p:cNvPr>
          <p:cNvPicPr>
            <a:picLocks noChangeAspect="1"/>
          </p:cNvPicPr>
          <p:nvPr/>
        </p:nvPicPr>
        <p:blipFill>
          <a:blip r:embed="rId2"/>
          <a:stretch>
            <a:fillRect/>
          </a:stretch>
        </p:blipFill>
        <p:spPr>
          <a:xfrm>
            <a:off x="8381065" y="339982"/>
            <a:ext cx="3381847" cy="2724530"/>
          </a:xfrm>
          <a:prstGeom prst="rect">
            <a:avLst/>
          </a:prstGeom>
        </p:spPr>
      </p:pic>
      <p:pic>
        <p:nvPicPr>
          <p:cNvPr id="8" name="Afbeelding 7">
            <a:extLst>
              <a:ext uri="{FF2B5EF4-FFF2-40B4-BE49-F238E27FC236}">
                <a16:creationId xmlns:a16="http://schemas.microsoft.com/office/drawing/2014/main" id="{A52A3DA8-76BE-1302-4BAC-087660985F40}"/>
              </a:ext>
            </a:extLst>
          </p:cNvPr>
          <p:cNvPicPr>
            <a:picLocks noChangeAspect="1"/>
          </p:cNvPicPr>
          <p:nvPr/>
        </p:nvPicPr>
        <p:blipFill>
          <a:blip r:embed="rId3"/>
          <a:stretch>
            <a:fillRect/>
          </a:stretch>
        </p:blipFill>
        <p:spPr>
          <a:xfrm>
            <a:off x="8047644" y="3280120"/>
            <a:ext cx="3715268" cy="2610214"/>
          </a:xfrm>
          <a:prstGeom prst="rect">
            <a:avLst/>
          </a:prstGeom>
        </p:spPr>
      </p:pic>
    </p:spTree>
    <p:extLst>
      <p:ext uri="{BB962C8B-B14F-4D97-AF65-F5344CB8AC3E}">
        <p14:creationId xmlns:p14="http://schemas.microsoft.com/office/powerpoint/2010/main" val="383317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3" end="13"/>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1051560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Celcyclus</a:t>
            </a:r>
          </a:p>
          <a:p>
            <a:pPr marL="0" indent="0">
              <a:lnSpc>
                <a:spcPts val="1400"/>
              </a:lnSpc>
              <a:spcAft>
                <a:spcPts val="600"/>
              </a:spcAft>
              <a:buNone/>
            </a:pPr>
            <a:r>
              <a:rPr lang="en-US" sz="2200" b="1" dirty="0" err="1">
                <a:solidFill>
                  <a:srgbClr val="00B050"/>
                </a:solidFill>
              </a:rPr>
              <a:t>Celcyclus</a:t>
            </a:r>
            <a:endParaRPr lang="en-US" sz="2200" dirty="0"/>
          </a:p>
          <a:p>
            <a:pPr lvl="1">
              <a:lnSpc>
                <a:spcPts val="1400"/>
              </a:lnSpc>
              <a:spcAft>
                <a:spcPts val="600"/>
              </a:spcAft>
            </a:pPr>
            <a:r>
              <a:rPr lang="en-US" sz="1800" dirty="0" err="1"/>
              <a:t>voorbereiding</a:t>
            </a:r>
            <a:r>
              <a:rPr lang="en-US" sz="1800" dirty="0"/>
              <a:t> op de </a:t>
            </a:r>
            <a:r>
              <a:rPr lang="en-US" sz="1800" dirty="0" err="1"/>
              <a:t>celdeling</a:t>
            </a:r>
            <a:endParaRPr lang="en-US" sz="1800" dirty="0"/>
          </a:p>
          <a:p>
            <a:pPr lvl="1">
              <a:lnSpc>
                <a:spcPts val="1400"/>
              </a:lnSpc>
              <a:spcAft>
                <a:spcPts val="600"/>
              </a:spcAft>
            </a:pPr>
            <a:r>
              <a:rPr lang="en-US" sz="1800" dirty="0" err="1"/>
              <a:t>celdeling</a:t>
            </a:r>
            <a:endParaRPr lang="en-US" sz="1800" dirty="0"/>
          </a:p>
          <a:p>
            <a:pPr lvl="1">
              <a:lnSpc>
                <a:spcPts val="1400"/>
              </a:lnSpc>
              <a:spcAft>
                <a:spcPts val="600"/>
              </a:spcAft>
            </a:pPr>
            <a:r>
              <a:rPr lang="nl-BE" sz="1800" dirty="0"/>
              <a:t>gemiddelde duur voor zoogdiercellen: 12 tot 24 uur</a:t>
            </a:r>
            <a:endParaRPr lang="en-US" sz="1800" dirty="0"/>
          </a:p>
          <a:p>
            <a:pPr marL="0" indent="0">
              <a:lnSpc>
                <a:spcPts val="1400"/>
              </a:lnSpc>
              <a:spcAft>
                <a:spcPts val="600"/>
              </a:spcAft>
              <a:buNone/>
            </a:pPr>
            <a:r>
              <a:rPr lang="nl-BE" sz="2200" dirty="0"/>
              <a:t>Verschillende fasen of perioden</a:t>
            </a:r>
            <a:endParaRPr lang="nl-BE" dirty="0"/>
          </a:p>
          <a:p>
            <a:pPr>
              <a:lnSpc>
                <a:spcPts val="1400"/>
              </a:lnSpc>
              <a:spcAft>
                <a:spcPts val="600"/>
              </a:spcAft>
            </a:pPr>
            <a:r>
              <a:rPr lang="nl-BE" sz="2200" dirty="0"/>
              <a:t>interfase</a:t>
            </a:r>
          </a:p>
          <a:p>
            <a:pPr lvl="1">
              <a:lnSpc>
                <a:spcPts val="1400"/>
              </a:lnSpc>
              <a:spcAft>
                <a:spcPts val="600"/>
              </a:spcAft>
            </a:pPr>
            <a:r>
              <a:rPr lang="nl-BE" sz="1800" dirty="0"/>
              <a:t>G</a:t>
            </a:r>
            <a:r>
              <a:rPr lang="nl-BE" sz="1800" baseline="-25000" dirty="0"/>
              <a:t>1</a:t>
            </a:r>
            <a:r>
              <a:rPr lang="nl-BE" sz="1800" dirty="0"/>
              <a:t>-fase: groei</a:t>
            </a:r>
          </a:p>
          <a:p>
            <a:pPr lvl="1">
              <a:lnSpc>
                <a:spcPts val="1400"/>
              </a:lnSpc>
              <a:spcAft>
                <a:spcPts val="600"/>
              </a:spcAft>
            </a:pPr>
            <a:r>
              <a:rPr lang="nl-BE" sz="1800" dirty="0"/>
              <a:t>S-fase: synthese</a:t>
            </a:r>
          </a:p>
          <a:p>
            <a:pPr lvl="1">
              <a:lnSpc>
                <a:spcPts val="1400"/>
              </a:lnSpc>
              <a:spcAft>
                <a:spcPts val="600"/>
              </a:spcAft>
            </a:pPr>
            <a:r>
              <a:rPr lang="nl-BE" sz="1800" dirty="0"/>
              <a:t>G</a:t>
            </a:r>
            <a:r>
              <a:rPr lang="nl-BE" sz="1800" baseline="-25000" dirty="0"/>
              <a:t>2</a:t>
            </a:r>
            <a:r>
              <a:rPr lang="nl-BE" sz="1800" dirty="0"/>
              <a:t>-fase: groei</a:t>
            </a:r>
          </a:p>
          <a:p>
            <a:pPr lvl="1">
              <a:lnSpc>
                <a:spcPts val="1400"/>
              </a:lnSpc>
              <a:spcAft>
                <a:spcPts val="600"/>
              </a:spcAft>
            </a:pPr>
            <a:r>
              <a:rPr lang="nl-BE" sz="1800" dirty="0"/>
              <a:t>G</a:t>
            </a:r>
            <a:r>
              <a:rPr lang="nl-BE" sz="1800" baseline="-25000" dirty="0"/>
              <a:t>0</a:t>
            </a:r>
            <a:r>
              <a:rPr lang="nl-BE" sz="1800" dirty="0"/>
              <a:t>-fase: rust</a:t>
            </a:r>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172 + 173</a:t>
            </a:r>
          </a:p>
        </p:txBody>
      </p:sp>
      <p:pic>
        <p:nvPicPr>
          <p:cNvPr id="7" name="Afbeelding 6">
            <a:extLst>
              <a:ext uri="{FF2B5EF4-FFF2-40B4-BE49-F238E27FC236}">
                <a16:creationId xmlns:a16="http://schemas.microsoft.com/office/drawing/2014/main" id="{2E1432C6-6150-4AD3-E7A9-132B26B163FB}"/>
              </a:ext>
            </a:extLst>
          </p:cNvPr>
          <p:cNvPicPr>
            <a:picLocks noChangeAspect="1"/>
          </p:cNvPicPr>
          <p:nvPr/>
        </p:nvPicPr>
        <p:blipFill rotWithShape="1">
          <a:blip r:embed="rId2"/>
          <a:srcRect t="910"/>
          <a:stretch/>
        </p:blipFill>
        <p:spPr>
          <a:xfrm>
            <a:off x="7199800" y="1577107"/>
            <a:ext cx="4563112" cy="3738105"/>
          </a:xfrm>
          <a:prstGeom prst="rect">
            <a:avLst/>
          </a:prstGeom>
        </p:spPr>
      </p:pic>
    </p:spTree>
    <p:extLst>
      <p:ext uri="{BB962C8B-B14F-4D97-AF65-F5344CB8AC3E}">
        <p14:creationId xmlns:p14="http://schemas.microsoft.com/office/powerpoint/2010/main" val="1466865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1051560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Celcyclus</a:t>
            </a:r>
          </a:p>
          <a:p>
            <a:pPr>
              <a:lnSpc>
                <a:spcPts val="1400"/>
              </a:lnSpc>
              <a:spcAft>
                <a:spcPts val="600"/>
              </a:spcAft>
            </a:pPr>
            <a:r>
              <a:rPr lang="en-US" sz="2200" dirty="0"/>
              <a:t>G</a:t>
            </a:r>
            <a:r>
              <a:rPr lang="en-US" sz="2200" baseline="-25000" dirty="0"/>
              <a:t>1</a:t>
            </a:r>
            <a:r>
              <a:rPr lang="en-US" sz="2200" dirty="0"/>
              <a:t>-fase</a:t>
            </a:r>
          </a:p>
          <a:p>
            <a:pPr lvl="1">
              <a:lnSpc>
                <a:spcPts val="1400"/>
              </a:lnSpc>
              <a:spcAft>
                <a:spcPts val="600"/>
              </a:spcAft>
            </a:pPr>
            <a:r>
              <a:rPr lang="en-US" sz="1800" dirty="0" err="1"/>
              <a:t>volumetoename</a:t>
            </a:r>
            <a:r>
              <a:rPr lang="en-US" sz="1800" dirty="0"/>
              <a:t>: </a:t>
            </a:r>
            <a:r>
              <a:rPr lang="en-US" sz="1800" dirty="0" err="1"/>
              <a:t>cytoplasma</a:t>
            </a:r>
            <a:r>
              <a:rPr lang="en-US" sz="1800" dirty="0"/>
              <a:t> + </a:t>
            </a:r>
            <a:r>
              <a:rPr lang="en-US" sz="1800" dirty="0" err="1"/>
              <a:t>celstofwisseling</a:t>
            </a:r>
            <a:endParaRPr lang="en-US" sz="1800" dirty="0"/>
          </a:p>
          <a:p>
            <a:pPr lvl="1">
              <a:lnSpc>
                <a:spcPts val="1400"/>
              </a:lnSpc>
              <a:spcAft>
                <a:spcPts val="600"/>
              </a:spcAft>
            </a:pPr>
            <a:r>
              <a:rPr lang="en-US" sz="1800" dirty="0" err="1"/>
              <a:t>bepaling</a:t>
            </a:r>
            <a:r>
              <a:rPr lang="en-US" sz="1800" dirty="0"/>
              <a:t> </a:t>
            </a:r>
            <a:r>
              <a:rPr lang="en-US" sz="1800" dirty="0" err="1"/>
              <a:t>celdeling</a:t>
            </a:r>
            <a:r>
              <a:rPr lang="en-US" sz="1800" dirty="0"/>
              <a:t> of G</a:t>
            </a:r>
            <a:r>
              <a:rPr lang="en-US" sz="1800" baseline="-25000" dirty="0"/>
              <a:t>0</a:t>
            </a:r>
            <a:r>
              <a:rPr lang="en-US" sz="1800" dirty="0"/>
              <a:t>-fase</a:t>
            </a:r>
          </a:p>
          <a:p>
            <a:pPr lvl="1">
              <a:lnSpc>
                <a:spcPts val="1400"/>
              </a:lnSpc>
              <a:spcAft>
                <a:spcPts val="600"/>
              </a:spcAft>
            </a:pPr>
            <a:r>
              <a:rPr lang="en-US" sz="1800" dirty="0"/>
              <a:t>vb. </a:t>
            </a:r>
            <a:r>
              <a:rPr lang="en-US" sz="1800" dirty="0" err="1"/>
              <a:t>cellen</a:t>
            </a:r>
            <a:r>
              <a:rPr lang="en-US" sz="1800" dirty="0"/>
              <a:t> G</a:t>
            </a:r>
            <a:r>
              <a:rPr lang="en-US" sz="1800" baseline="-25000" dirty="0"/>
              <a:t>0</a:t>
            </a:r>
            <a:r>
              <a:rPr lang="en-US" sz="1800" dirty="0"/>
              <a:t>-fase</a:t>
            </a:r>
          </a:p>
          <a:p>
            <a:pPr lvl="2">
              <a:lnSpc>
                <a:spcPts val="1400"/>
              </a:lnSpc>
              <a:spcAft>
                <a:spcPts val="600"/>
              </a:spcAft>
            </a:pPr>
            <a:r>
              <a:rPr lang="en-US" sz="1400" dirty="0"/>
              <a:t>permanent: </a:t>
            </a:r>
            <a:r>
              <a:rPr lang="en-US" sz="1400" dirty="0" err="1"/>
              <a:t>zenuwcellen</a:t>
            </a:r>
            <a:endParaRPr lang="en-US" sz="1400" dirty="0"/>
          </a:p>
          <a:p>
            <a:pPr lvl="2">
              <a:lnSpc>
                <a:spcPts val="1400"/>
              </a:lnSpc>
              <a:spcAft>
                <a:spcPts val="600"/>
              </a:spcAft>
            </a:pPr>
            <a:r>
              <a:rPr lang="en-US" sz="1400" dirty="0" err="1"/>
              <a:t>tijdelijk</a:t>
            </a:r>
            <a:r>
              <a:rPr lang="en-US" sz="1400" dirty="0"/>
              <a:t>: </a:t>
            </a:r>
            <a:r>
              <a:rPr lang="en-US" sz="1400" dirty="0" err="1"/>
              <a:t>witte</a:t>
            </a:r>
            <a:r>
              <a:rPr lang="en-US" sz="1400" dirty="0"/>
              <a:t> </a:t>
            </a:r>
            <a:r>
              <a:rPr lang="en-US" sz="1400" dirty="0" err="1"/>
              <a:t>bloedcellen</a:t>
            </a:r>
            <a:endParaRPr lang="en-US" sz="1400" dirty="0"/>
          </a:p>
          <a:p>
            <a:pPr>
              <a:lnSpc>
                <a:spcPts val="1400"/>
              </a:lnSpc>
              <a:spcAft>
                <a:spcPts val="600"/>
              </a:spcAft>
            </a:pPr>
            <a:r>
              <a:rPr lang="nl-BE" sz="2200" dirty="0"/>
              <a:t>S-fase of synthesefase</a:t>
            </a:r>
          </a:p>
          <a:p>
            <a:pPr lvl="1">
              <a:lnSpc>
                <a:spcPts val="1400"/>
              </a:lnSpc>
              <a:spcAft>
                <a:spcPts val="600"/>
              </a:spcAft>
            </a:pPr>
            <a:r>
              <a:rPr lang="nl-BE" sz="1800" dirty="0"/>
              <a:t>DNA-replicatie</a:t>
            </a:r>
          </a:p>
          <a:p>
            <a:pPr>
              <a:lnSpc>
                <a:spcPts val="1400"/>
              </a:lnSpc>
              <a:spcAft>
                <a:spcPts val="600"/>
              </a:spcAft>
            </a:pPr>
            <a:r>
              <a:rPr lang="nl-BE" sz="2200" dirty="0"/>
              <a:t>G</a:t>
            </a:r>
            <a:r>
              <a:rPr lang="nl-BE" sz="2200" baseline="-25000" dirty="0"/>
              <a:t>2</a:t>
            </a:r>
            <a:r>
              <a:rPr lang="nl-BE" sz="2200" dirty="0"/>
              <a:t>-fase</a:t>
            </a:r>
          </a:p>
          <a:p>
            <a:pPr lvl="1">
              <a:lnSpc>
                <a:spcPts val="1400"/>
              </a:lnSpc>
              <a:spcAft>
                <a:spcPts val="600"/>
              </a:spcAft>
            </a:pPr>
            <a:r>
              <a:rPr lang="nl-BE" sz="1800" dirty="0"/>
              <a:t>controle DNA</a:t>
            </a:r>
          </a:p>
          <a:p>
            <a:pPr lvl="1">
              <a:lnSpc>
                <a:spcPts val="1400"/>
              </a:lnSpc>
              <a:spcAft>
                <a:spcPts val="600"/>
              </a:spcAft>
            </a:pPr>
            <a:r>
              <a:rPr lang="nl-BE" sz="1800" dirty="0"/>
              <a:t>reparatie DNA door eiwitten</a:t>
            </a:r>
          </a:p>
          <a:p>
            <a:pPr lvl="1">
              <a:lnSpc>
                <a:spcPts val="1400"/>
              </a:lnSpc>
              <a:spcAft>
                <a:spcPts val="600"/>
              </a:spcAft>
            </a:pPr>
            <a:r>
              <a:rPr lang="nl-BE" sz="1800" dirty="0"/>
              <a:t>geen reparatie mogelijk: </a:t>
            </a:r>
            <a:r>
              <a:rPr lang="nl-BE" sz="1800" b="1" dirty="0">
                <a:solidFill>
                  <a:srgbClr val="00B050"/>
                </a:solidFill>
              </a:rPr>
              <a:t>apoptose</a:t>
            </a:r>
          </a:p>
          <a:p>
            <a:pPr lvl="1">
              <a:lnSpc>
                <a:spcPts val="1400"/>
              </a:lnSpc>
              <a:spcAft>
                <a:spcPts val="600"/>
              </a:spcAft>
            </a:pPr>
            <a:r>
              <a:rPr lang="nl-BE" sz="1800" dirty="0"/>
              <a:t>aanmaak extra </a:t>
            </a:r>
            <a:r>
              <a:rPr lang="nl-BE" sz="1800" dirty="0" err="1"/>
              <a:t>histonen</a:t>
            </a:r>
            <a:r>
              <a:rPr lang="nl-BE" sz="1800" dirty="0"/>
              <a:t> en membraanmateriaal, centriolenpaar verdubbeld</a:t>
            </a:r>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173 + 174</a:t>
            </a:r>
          </a:p>
        </p:txBody>
      </p:sp>
      <p:pic>
        <p:nvPicPr>
          <p:cNvPr id="6" name="Afbeelding 5">
            <a:extLst>
              <a:ext uri="{FF2B5EF4-FFF2-40B4-BE49-F238E27FC236}">
                <a16:creationId xmlns:a16="http://schemas.microsoft.com/office/drawing/2014/main" id="{223D2213-2AD2-1A15-C7F2-108A592AB082}"/>
              </a:ext>
            </a:extLst>
          </p:cNvPr>
          <p:cNvPicPr>
            <a:picLocks noChangeAspect="1"/>
          </p:cNvPicPr>
          <p:nvPr/>
        </p:nvPicPr>
        <p:blipFill>
          <a:blip r:embed="rId2"/>
          <a:stretch>
            <a:fillRect/>
          </a:stretch>
        </p:blipFill>
        <p:spPr>
          <a:xfrm>
            <a:off x="8824185" y="253540"/>
            <a:ext cx="2938727" cy="1872000"/>
          </a:xfrm>
          <a:prstGeom prst="rect">
            <a:avLst/>
          </a:prstGeom>
        </p:spPr>
      </p:pic>
      <p:pic>
        <p:nvPicPr>
          <p:cNvPr id="9" name="Afbeelding 8">
            <a:extLst>
              <a:ext uri="{FF2B5EF4-FFF2-40B4-BE49-F238E27FC236}">
                <a16:creationId xmlns:a16="http://schemas.microsoft.com/office/drawing/2014/main" id="{316D6A06-9DB4-7D87-EE55-5128B91ACCF2}"/>
              </a:ext>
            </a:extLst>
          </p:cNvPr>
          <p:cNvPicPr>
            <a:picLocks noChangeAspect="1"/>
          </p:cNvPicPr>
          <p:nvPr/>
        </p:nvPicPr>
        <p:blipFill>
          <a:blip r:embed="rId3"/>
          <a:stretch>
            <a:fillRect/>
          </a:stretch>
        </p:blipFill>
        <p:spPr>
          <a:xfrm>
            <a:off x="8863704" y="4280265"/>
            <a:ext cx="2731672" cy="1908000"/>
          </a:xfrm>
          <a:prstGeom prst="rect">
            <a:avLst/>
          </a:prstGeom>
        </p:spPr>
      </p:pic>
      <p:pic>
        <p:nvPicPr>
          <p:cNvPr id="11" name="Afbeelding 10">
            <a:extLst>
              <a:ext uri="{FF2B5EF4-FFF2-40B4-BE49-F238E27FC236}">
                <a16:creationId xmlns:a16="http://schemas.microsoft.com/office/drawing/2014/main" id="{21CD6803-A150-8479-8AA8-625C8203DF78}"/>
              </a:ext>
            </a:extLst>
          </p:cNvPr>
          <p:cNvPicPr>
            <a:picLocks noChangeAspect="1"/>
          </p:cNvPicPr>
          <p:nvPr/>
        </p:nvPicPr>
        <p:blipFill>
          <a:blip r:embed="rId4"/>
          <a:stretch>
            <a:fillRect/>
          </a:stretch>
        </p:blipFill>
        <p:spPr>
          <a:xfrm>
            <a:off x="8836272" y="2282653"/>
            <a:ext cx="2575278" cy="1908000"/>
          </a:xfrm>
          <a:prstGeom prst="rect">
            <a:avLst/>
          </a:prstGeom>
        </p:spPr>
      </p:pic>
    </p:spTree>
    <p:extLst>
      <p:ext uri="{BB962C8B-B14F-4D97-AF65-F5344CB8AC3E}">
        <p14:creationId xmlns:p14="http://schemas.microsoft.com/office/powerpoint/2010/main" val="175721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1051560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3</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Mitose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2.3.1 Belang</a:t>
            </a:r>
          </a:p>
          <a:p>
            <a:pPr>
              <a:lnSpc>
                <a:spcPts val="1400"/>
              </a:lnSpc>
              <a:spcAft>
                <a:spcPts val="600"/>
              </a:spcAft>
            </a:pPr>
            <a:r>
              <a:rPr lang="en-US" sz="2200" dirty="0" err="1"/>
              <a:t>Groei</a:t>
            </a:r>
            <a:r>
              <a:rPr lang="en-US" sz="2200" dirty="0"/>
              <a:t> </a:t>
            </a:r>
            <a:r>
              <a:rPr lang="en-US" sz="2200" dirty="0" err="1"/>
              <a:t>en</a:t>
            </a:r>
            <a:r>
              <a:rPr lang="en-US" sz="2200" dirty="0"/>
              <a:t> </a:t>
            </a:r>
            <a:r>
              <a:rPr lang="en-US" sz="2200" dirty="0" err="1"/>
              <a:t>ontwikkeling</a:t>
            </a:r>
            <a:endParaRPr lang="en-US" sz="2200" dirty="0"/>
          </a:p>
          <a:p>
            <a:pPr>
              <a:lnSpc>
                <a:spcPts val="1400"/>
              </a:lnSpc>
              <a:spcAft>
                <a:spcPts val="600"/>
              </a:spcAft>
            </a:pPr>
            <a:r>
              <a:rPr lang="en-US" sz="2200" dirty="0" err="1"/>
              <a:t>Herstel</a:t>
            </a:r>
            <a:r>
              <a:rPr lang="en-US" sz="2200" dirty="0"/>
              <a:t> van </a:t>
            </a:r>
            <a:r>
              <a:rPr lang="en-US" sz="2200" dirty="0" err="1"/>
              <a:t>beschadigde</a:t>
            </a:r>
            <a:r>
              <a:rPr lang="en-US" sz="2200" dirty="0"/>
              <a:t> </a:t>
            </a:r>
            <a:r>
              <a:rPr lang="en-US" sz="2200" dirty="0" err="1"/>
              <a:t>weefsels</a:t>
            </a:r>
            <a:endParaRPr lang="en-US" sz="2200" dirty="0"/>
          </a:p>
          <a:p>
            <a:pPr>
              <a:lnSpc>
                <a:spcPts val="1400"/>
              </a:lnSpc>
              <a:spcAft>
                <a:spcPts val="600"/>
              </a:spcAft>
            </a:pPr>
            <a:r>
              <a:rPr lang="en-US" sz="2200" dirty="0"/>
              <a:t>In stand </a:t>
            </a:r>
            <a:r>
              <a:rPr lang="en-US" sz="2200" dirty="0" err="1"/>
              <a:t>houden</a:t>
            </a:r>
            <a:r>
              <a:rPr lang="en-US" sz="2200" dirty="0"/>
              <a:t> van </a:t>
            </a:r>
            <a:r>
              <a:rPr lang="en-US" sz="2200" dirty="0" err="1"/>
              <a:t>een</a:t>
            </a:r>
            <a:r>
              <a:rPr lang="en-US" sz="2200" dirty="0"/>
              <a:t> </a:t>
            </a:r>
            <a:r>
              <a:rPr lang="en-US" sz="2200" dirty="0" err="1"/>
              <a:t>organisme</a:t>
            </a:r>
            <a:endParaRPr lang="en-US" sz="2200" dirty="0"/>
          </a:p>
          <a:p>
            <a:pPr>
              <a:lnSpc>
                <a:spcPts val="1400"/>
              </a:lnSpc>
              <a:spcAft>
                <a:spcPts val="600"/>
              </a:spcAft>
            </a:pPr>
            <a:r>
              <a:rPr lang="en-US" sz="2200" dirty="0"/>
              <a:t>In stand </a:t>
            </a:r>
            <a:r>
              <a:rPr lang="en-US" sz="2200" dirty="0" err="1"/>
              <a:t>houden</a:t>
            </a:r>
            <a:r>
              <a:rPr lang="en-US" sz="2200" dirty="0"/>
              <a:t> van de </a:t>
            </a:r>
            <a:r>
              <a:rPr lang="en-US" sz="2200" dirty="0" err="1"/>
              <a:t>soort</a:t>
            </a:r>
            <a:endParaRPr lang="en-US" sz="2200" dirty="0"/>
          </a:p>
          <a:p>
            <a:pPr lvl="1">
              <a:lnSpc>
                <a:spcPts val="1400"/>
              </a:lnSpc>
              <a:spcAft>
                <a:spcPts val="600"/>
              </a:spcAft>
            </a:pPr>
            <a:r>
              <a:rPr lang="en-US" sz="1800" dirty="0" err="1"/>
              <a:t>aseksuele</a:t>
            </a:r>
            <a:r>
              <a:rPr lang="en-US" sz="1800" dirty="0"/>
              <a:t> </a:t>
            </a:r>
            <a:r>
              <a:rPr lang="en-US" sz="1800" dirty="0" err="1"/>
              <a:t>voortplanting</a:t>
            </a:r>
            <a:endParaRPr lang="en-US" sz="1800" dirty="0"/>
          </a:p>
          <a:p>
            <a:pPr lvl="1">
              <a:lnSpc>
                <a:spcPts val="1400"/>
              </a:lnSpc>
              <a:spcAft>
                <a:spcPts val="600"/>
              </a:spcAft>
            </a:pPr>
            <a:r>
              <a:rPr lang="en-US" sz="1800" dirty="0" err="1"/>
              <a:t>bacteriën</a:t>
            </a:r>
            <a:r>
              <a:rPr lang="en-US" sz="1800" dirty="0"/>
              <a:t> </a:t>
            </a:r>
            <a:r>
              <a:rPr lang="en-US" sz="1800" dirty="0" err="1"/>
              <a:t>en</a:t>
            </a:r>
            <a:r>
              <a:rPr lang="en-US" sz="1800" dirty="0"/>
              <a:t> </a:t>
            </a:r>
            <a:r>
              <a:rPr lang="en-US" sz="1800" dirty="0" err="1"/>
              <a:t>andere</a:t>
            </a:r>
            <a:r>
              <a:rPr lang="en-US" sz="1800" dirty="0"/>
              <a:t> </a:t>
            </a:r>
            <a:r>
              <a:rPr lang="en-US" sz="1800" dirty="0" err="1"/>
              <a:t>ééncelligen</a:t>
            </a:r>
            <a:endParaRPr lang="en-US" sz="1800" dirty="0"/>
          </a:p>
          <a:p>
            <a:pPr lvl="2">
              <a:lnSpc>
                <a:spcPts val="1400"/>
              </a:lnSpc>
              <a:spcAft>
                <a:spcPts val="600"/>
              </a:spcAft>
            </a:pPr>
            <a:r>
              <a:rPr lang="en-US" sz="1400" b="1" dirty="0" err="1">
                <a:solidFill>
                  <a:srgbClr val="00B050"/>
                </a:solidFill>
              </a:rPr>
              <a:t>klonen</a:t>
            </a:r>
            <a:r>
              <a:rPr lang="en-US" sz="1400" dirty="0"/>
              <a:t>: </a:t>
            </a:r>
            <a:r>
              <a:rPr lang="en-US" sz="1400" dirty="0" err="1"/>
              <a:t>identieke</a:t>
            </a:r>
            <a:r>
              <a:rPr lang="en-US" sz="1400" dirty="0"/>
              <a:t> </a:t>
            </a:r>
            <a:r>
              <a:rPr lang="en-US" sz="1400" dirty="0" err="1"/>
              <a:t>nakomelingen</a:t>
            </a:r>
            <a:endParaRPr lang="en-US" sz="1400" dirty="0"/>
          </a:p>
          <a:p>
            <a:pPr lvl="1">
              <a:lnSpc>
                <a:spcPts val="1400"/>
              </a:lnSpc>
              <a:spcAft>
                <a:spcPts val="600"/>
              </a:spcAft>
            </a:pPr>
            <a:r>
              <a:rPr lang="en-US" sz="1800" dirty="0" err="1"/>
              <a:t>planten</a:t>
            </a:r>
            <a:r>
              <a:rPr lang="en-US" sz="1800" dirty="0"/>
              <a:t> </a:t>
            </a:r>
            <a:r>
              <a:rPr lang="en-US" sz="1800" dirty="0" err="1"/>
              <a:t>stekken</a:t>
            </a:r>
            <a:endParaRPr lang="en-US" sz="18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174 + 175</a:t>
            </a:r>
          </a:p>
        </p:txBody>
      </p:sp>
      <p:pic>
        <p:nvPicPr>
          <p:cNvPr id="7" name="Afbeelding 6">
            <a:extLst>
              <a:ext uri="{FF2B5EF4-FFF2-40B4-BE49-F238E27FC236}">
                <a16:creationId xmlns:a16="http://schemas.microsoft.com/office/drawing/2014/main" id="{BE0BD490-34D5-22B2-3307-615FD791EA6D}"/>
              </a:ext>
            </a:extLst>
          </p:cNvPr>
          <p:cNvPicPr>
            <a:picLocks noChangeAspect="1"/>
          </p:cNvPicPr>
          <p:nvPr/>
        </p:nvPicPr>
        <p:blipFill>
          <a:blip r:embed="rId2"/>
          <a:stretch>
            <a:fillRect/>
          </a:stretch>
        </p:blipFill>
        <p:spPr>
          <a:xfrm>
            <a:off x="8754859" y="2529000"/>
            <a:ext cx="3008053" cy="1800000"/>
          </a:xfrm>
          <a:prstGeom prst="rect">
            <a:avLst/>
          </a:prstGeom>
        </p:spPr>
      </p:pic>
    </p:spTree>
    <p:extLst>
      <p:ext uri="{BB962C8B-B14F-4D97-AF65-F5344CB8AC3E}">
        <p14:creationId xmlns:p14="http://schemas.microsoft.com/office/powerpoint/2010/main" val="2238018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1051560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3</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Mitose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2.3.2 Verloop</a:t>
            </a:r>
          </a:p>
          <a:p>
            <a:pPr>
              <a:lnSpc>
                <a:spcPts val="1400"/>
              </a:lnSpc>
              <a:spcAft>
                <a:spcPts val="600"/>
              </a:spcAft>
            </a:pPr>
            <a:r>
              <a:rPr lang="en-US" sz="2200" dirty="0" err="1"/>
              <a:t>Gedupliceerde</a:t>
            </a:r>
            <a:r>
              <a:rPr lang="en-US" sz="2200" dirty="0"/>
              <a:t> </a:t>
            </a:r>
            <a:r>
              <a:rPr lang="en-US" sz="2200" dirty="0" err="1"/>
              <a:t>chromosomen</a:t>
            </a:r>
            <a:r>
              <a:rPr lang="en-US" sz="2200" dirty="0"/>
              <a:t> (2n) </a:t>
            </a:r>
            <a:r>
              <a:rPr lang="en-US" sz="2200" dirty="0" err="1"/>
              <a:t>worden</a:t>
            </a:r>
            <a:r>
              <a:rPr lang="en-US" sz="2200" dirty="0"/>
              <a:t> </a:t>
            </a:r>
            <a:r>
              <a:rPr lang="en-US" sz="2200" dirty="0" err="1"/>
              <a:t>verdeeld</a:t>
            </a:r>
            <a:r>
              <a:rPr lang="en-US" sz="2200" dirty="0"/>
              <a:t> over de </a:t>
            </a:r>
            <a:r>
              <a:rPr lang="en-US" sz="2200" dirty="0" err="1"/>
              <a:t>dochtercellen</a:t>
            </a:r>
            <a:endParaRPr lang="en-US" sz="2200" dirty="0"/>
          </a:p>
          <a:p>
            <a:pPr>
              <a:lnSpc>
                <a:spcPts val="1400"/>
              </a:lnSpc>
              <a:spcAft>
                <a:spcPts val="600"/>
              </a:spcAft>
            </a:pPr>
            <a:r>
              <a:rPr lang="en-US" sz="2200" dirty="0"/>
              <a:t>Vier </a:t>
            </a:r>
            <a:r>
              <a:rPr lang="en-US" sz="2200" dirty="0" err="1"/>
              <a:t>fasen</a:t>
            </a:r>
            <a:endParaRPr lang="en-US" sz="2200" dirty="0"/>
          </a:p>
          <a:p>
            <a:pPr lvl="1">
              <a:lnSpc>
                <a:spcPts val="1400"/>
              </a:lnSpc>
              <a:spcAft>
                <a:spcPts val="600"/>
              </a:spcAft>
            </a:pPr>
            <a:r>
              <a:rPr lang="en-US" sz="1800" dirty="0" err="1"/>
              <a:t>profase</a:t>
            </a:r>
            <a:endParaRPr lang="en-US" sz="1800" dirty="0"/>
          </a:p>
          <a:p>
            <a:pPr lvl="1">
              <a:lnSpc>
                <a:spcPts val="1400"/>
              </a:lnSpc>
              <a:spcAft>
                <a:spcPts val="600"/>
              </a:spcAft>
            </a:pPr>
            <a:r>
              <a:rPr lang="en-US" sz="1800" dirty="0" err="1"/>
              <a:t>metafase</a:t>
            </a:r>
            <a:endParaRPr lang="en-US" sz="1800" dirty="0"/>
          </a:p>
          <a:p>
            <a:pPr lvl="1">
              <a:lnSpc>
                <a:spcPts val="1400"/>
              </a:lnSpc>
              <a:spcAft>
                <a:spcPts val="600"/>
              </a:spcAft>
            </a:pPr>
            <a:r>
              <a:rPr lang="en-US" sz="1800" dirty="0" err="1"/>
              <a:t>anafase</a:t>
            </a:r>
            <a:endParaRPr lang="en-US" sz="1800" dirty="0"/>
          </a:p>
          <a:p>
            <a:pPr lvl="1">
              <a:lnSpc>
                <a:spcPts val="1400"/>
              </a:lnSpc>
              <a:spcAft>
                <a:spcPts val="600"/>
              </a:spcAft>
            </a:pPr>
            <a:r>
              <a:rPr lang="en-US" sz="1800" dirty="0" err="1"/>
              <a:t>telofase</a:t>
            </a:r>
            <a:endParaRPr lang="en-US" sz="1800" dirty="0"/>
          </a:p>
          <a:p>
            <a:pPr lvl="1">
              <a:lnSpc>
                <a:spcPts val="1400"/>
              </a:lnSpc>
              <a:spcAft>
                <a:spcPts val="600"/>
              </a:spcAft>
            </a:pPr>
            <a:endParaRPr lang="en-US" sz="18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175</a:t>
            </a:r>
          </a:p>
        </p:txBody>
      </p:sp>
    </p:spTree>
    <p:extLst>
      <p:ext uri="{BB962C8B-B14F-4D97-AF65-F5344CB8AC3E}">
        <p14:creationId xmlns:p14="http://schemas.microsoft.com/office/powerpoint/2010/main" val="49842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3</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Mitose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2.3.2 Verloop</a:t>
            </a:r>
          </a:p>
          <a:p>
            <a:pPr marL="0" indent="0">
              <a:lnSpc>
                <a:spcPts val="1400"/>
              </a:lnSpc>
              <a:spcAft>
                <a:spcPts val="600"/>
              </a:spcAft>
              <a:buNone/>
            </a:pPr>
            <a:r>
              <a:rPr lang="nl-BE" sz="2400" dirty="0" err="1">
                <a:solidFill>
                  <a:srgbClr val="75D6DB"/>
                </a:solidFill>
                <a:latin typeface="Noto Sans" panose="020B0502040504020204" pitchFamily="34" charset="0"/>
                <a:ea typeface="Noto Sans" panose="020B0502040504020204" pitchFamily="34" charset="0"/>
                <a:cs typeface="Noto Sans" panose="020B0502040504020204" pitchFamily="34" charset="0"/>
              </a:rPr>
              <a:t>Profase</a:t>
            </a:r>
            <a:endPar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endParaRPr>
          </a:p>
          <a:p>
            <a:pPr marL="0" indent="0">
              <a:lnSpc>
                <a:spcPts val="1400"/>
              </a:lnSpc>
              <a:spcAft>
                <a:spcPts val="600"/>
              </a:spcAft>
              <a:buNone/>
            </a:pPr>
            <a:r>
              <a:rPr lang="en-US" sz="2200" b="1" dirty="0" err="1">
                <a:solidFill>
                  <a:srgbClr val="00B050"/>
                </a:solidFill>
              </a:rPr>
              <a:t>Profase</a:t>
            </a:r>
            <a:endParaRPr lang="en-US" sz="2200" b="1" dirty="0">
              <a:solidFill>
                <a:srgbClr val="00B050"/>
              </a:solidFill>
            </a:endParaRPr>
          </a:p>
          <a:p>
            <a:pPr>
              <a:lnSpc>
                <a:spcPts val="1400"/>
              </a:lnSpc>
              <a:spcAft>
                <a:spcPts val="600"/>
              </a:spcAft>
            </a:pPr>
            <a:r>
              <a:rPr lang="en-US" sz="2200" dirty="0" err="1"/>
              <a:t>Chromatinevezels</a:t>
            </a:r>
            <a:r>
              <a:rPr lang="en-US" sz="2200" dirty="0"/>
              <a:t> </a:t>
            </a:r>
            <a:r>
              <a:rPr lang="en-US" sz="2200" dirty="0" err="1"/>
              <a:t>spiraliseren</a:t>
            </a:r>
            <a:r>
              <a:rPr lang="en-US" sz="2200" dirty="0"/>
              <a:t> </a:t>
            </a:r>
            <a:r>
              <a:rPr lang="en-US" sz="2200" dirty="0" err="1"/>
              <a:t>en</a:t>
            </a:r>
            <a:r>
              <a:rPr lang="en-US" sz="2200" dirty="0"/>
              <a:t> </a:t>
            </a:r>
            <a:r>
              <a:rPr lang="en-US" sz="2200" dirty="0" err="1"/>
              <a:t>condenseren</a:t>
            </a:r>
            <a:r>
              <a:rPr lang="en-US" sz="2200" dirty="0"/>
              <a:t> tot </a:t>
            </a:r>
            <a:r>
              <a:rPr lang="en-US" sz="2200" dirty="0" err="1"/>
              <a:t>delingschromosomen</a:t>
            </a:r>
            <a:endParaRPr lang="en-US" sz="2200" dirty="0"/>
          </a:p>
          <a:p>
            <a:pPr>
              <a:lnSpc>
                <a:spcPts val="1400"/>
              </a:lnSpc>
              <a:spcAft>
                <a:spcPts val="600"/>
              </a:spcAft>
            </a:pPr>
            <a:r>
              <a:rPr lang="en-US" sz="2200" dirty="0" err="1"/>
              <a:t>Kernmembraan</a:t>
            </a:r>
            <a:r>
              <a:rPr lang="en-US" sz="2200" dirty="0"/>
              <a:t> </a:t>
            </a:r>
            <a:r>
              <a:rPr lang="en-US" sz="2200" dirty="0" err="1"/>
              <a:t>verdwijnt</a:t>
            </a:r>
            <a:endParaRPr lang="en-US" sz="2200" dirty="0"/>
          </a:p>
          <a:p>
            <a:pPr>
              <a:lnSpc>
                <a:spcPts val="1400"/>
              </a:lnSpc>
              <a:spcAft>
                <a:spcPts val="600"/>
              </a:spcAft>
            </a:pPr>
            <a:r>
              <a:rPr lang="en-US" sz="2200" dirty="0" err="1"/>
              <a:t>Delingschromosomen</a:t>
            </a:r>
            <a:r>
              <a:rPr lang="en-US" sz="2200" dirty="0"/>
              <a:t> </a:t>
            </a:r>
            <a:r>
              <a:rPr lang="en-US" sz="2200" dirty="0" err="1"/>
              <a:t>vrij</a:t>
            </a:r>
            <a:r>
              <a:rPr lang="en-US" sz="2200" dirty="0"/>
              <a:t> in het </a:t>
            </a:r>
            <a:r>
              <a:rPr lang="en-US" sz="2200" dirty="0" err="1"/>
              <a:t>cytoplasma</a:t>
            </a:r>
            <a:endParaRPr lang="en-US" sz="2200" dirty="0"/>
          </a:p>
          <a:p>
            <a:pPr>
              <a:lnSpc>
                <a:spcPts val="1400"/>
              </a:lnSpc>
              <a:spcAft>
                <a:spcPts val="600"/>
              </a:spcAft>
            </a:pPr>
            <a:r>
              <a:rPr lang="en-US" sz="2200" dirty="0" err="1"/>
              <a:t>Centriolenparen</a:t>
            </a:r>
            <a:r>
              <a:rPr lang="en-US" sz="2200" dirty="0"/>
              <a:t> </a:t>
            </a:r>
            <a:r>
              <a:rPr lang="en-US" sz="2200" dirty="0" err="1"/>
              <a:t>bewegen</a:t>
            </a:r>
            <a:r>
              <a:rPr lang="en-US" sz="2200" dirty="0"/>
              <a:t> </a:t>
            </a:r>
            <a:r>
              <a:rPr lang="en-US" sz="2200" dirty="0" err="1"/>
              <a:t>uit</a:t>
            </a:r>
            <a:r>
              <a:rPr lang="en-US" sz="2200" dirty="0"/>
              <a:t> </a:t>
            </a:r>
            <a:r>
              <a:rPr lang="en-US" sz="2200" dirty="0" err="1"/>
              <a:t>elkaar</a:t>
            </a:r>
            <a:r>
              <a:rPr lang="en-US" sz="2200" dirty="0"/>
              <a:t> </a:t>
            </a:r>
            <a:r>
              <a:rPr lang="en-US" sz="2200" dirty="0" err="1"/>
              <a:t>naar</a:t>
            </a:r>
            <a:r>
              <a:rPr lang="en-US" sz="2200" dirty="0"/>
              <a:t> de twee </a:t>
            </a:r>
            <a:r>
              <a:rPr lang="en-US" sz="2200" dirty="0" err="1"/>
              <a:t>celpolen</a:t>
            </a:r>
            <a:endParaRPr lang="en-US" sz="2200" dirty="0"/>
          </a:p>
          <a:p>
            <a:pPr>
              <a:lnSpc>
                <a:spcPts val="1400"/>
              </a:lnSpc>
              <a:spcAft>
                <a:spcPts val="600"/>
              </a:spcAft>
            </a:pPr>
            <a:r>
              <a:rPr lang="en-US" sz="2200" dirty="0" err="1"/>
              <a:t>Vorming</a:t>
            </a:r>
            <a:r>
              <a:rPr lang="en-US" sz="2200" dirty="0"/>
              <a:t> </a:t>
            </a:r>
            <a:r>
              <a:rPr lang="en-US" sz="2200" b="1" dirty="0" err="1">
                <a:solidFill>
                  <a:srgbClr val="00B050"/>
                </a:solidFill>
              </a:rPr>
              <a:t>spoelfiguur</a:t>
            </a:r>
            <a:r>
              <a:rPr lang="en-US" sz="2200" dirty="0"/>
              <a:t> </a:t>
            </a:r>
            <a:r>
              <a:rPr lang="en-US" sz="2200" dirty="0" err="1"/>
              <a:t>uit</a:t>
            </a:r>
            <a:r>
              <a:rPr lang="en-US" sz="2200" dirty="0"/>
              <a:t> </a:t>
            </a:r>
            <a:r>
              <a:rPr lang="en-US" sz="2200" dirty="0" err="1"/>
              <a:t>microtubuli</a:t>
            </a:r>
            <a:endParaRPr lang="en-US" sz="2200" dirty="0"/>
          </a:p>
          <a:p>
            <a:pPr lvl="1">
              <a:lnSpc>
                <a:spcPts val="1400"/>
              </a:lnSpc>
              <a:spcAft>
                <a:spcPts val="600"/>
              </a:spcAft>
            </a:pPr>
            <a:r>
              <a:rPr lang="en-US" sz="1800" b="1" dirty="0" err="1">
                <a:solidFill>
                  <a:srgbClr val="00B050"/>
                </a:solidFill>
              </a:rPr>
              <a:t>trekdraden</a:t>
            </a:r>
            <a:r>
              <a:rPr lang="en-US" sz="1800" dirty="0"/>
              <a:t> </a:t>
            </a:r>
            <a:r>
              <a:rPr lang="en-US" sz="1800" dirty="0" err="1"/>
              <a:t>verbinden</a:t>
            </a:r>
            <a:r>
              <a:rPr lang="en-US" sz="1800" dirty="0"/>
              <a:t> met het </a:t>
            </a:r>
            <a:r>
              <a:rPr lang="en-US" sz="1800" dirty="0" err="1"/>
              <a:t>centromeer</a:t>
            </a:r>
            <a:endParaRPr lang="en-US" sz="1800" dirty="0"/>
          </a:p>
          <a:p>
            <a:pPr lvl="1">
              <a:lnSpc>
                <a:spcPts val="1400"/>
              </a:lnSpc>
              <a:spcAft>
                <a:spcPts val="600"/>
              </a:spcAft>
            </a:pPr>
            <a:r>
              <a:rPr lang="en-US" sz="1800" dirty="0"/>
              <a:t>overage </a:t>
            </a:r>
            <a:r>
              <a:rPr lang="en-US" sz="1800" dirty="0" err="1"/>
              <a:t>draden</a:t>
            </a:r>
            <a:r>
              <a:rPr lang="en-US" sz="1800" dirty="0"/>
              <a:t>: </a:t>
            </a:r>
            <a:r>
              <a:rPr lang="en-US" sz="1800" b="1" dirty="0" err="1">
                <a:solidFill>
                  <a:srgbClr val="00B050"/>
                </a:solidFill>
              </a:rPr>
              <a:t>steundraden</a:t>
            </a:r>
            <a:endParaRPr lang="en-US" sz="1800" b="1" dirty="0">
              <a:solidFill>
                <a:srgbClr val="00B050"/>
              </a:solidFill>
            </a:endParaRPr>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175</a:t>
            </a:r>
          </a:p>
        </p:txBody>
      </p:sp>
      <p:pic>
        <p:nvPicPr>
          <p:cNvPr id="8" name="Afbeelding 7">
            <a:extLst>
              <a:ext uri="{FF2B5EF4-FFF2-40B4-BE49-F238E27FC236}">
                <a16:creationId xmlns:a16="http://schemas.microsoft.com/office/drawing/2014/main" id="{C0DB9AD9-5C95-3B1F-BEAD-E88CDC6C89DC}"/>
              </a:ext>
            </a:extLst>
          </p:cNvPr>
          <p:cNvPicPr>
            <a:picLocks noChangeAspect="1"/>
          </p:cNvPicPr>
          <p:nvPr/>
        </p:nvPicPr>
        <p:blipFill>
          <a:blip r:embed="rId2"/>
          <a:stretch>
            <a:fillRect/>
          </a:stretch>
        </p:blipFill>
        <p:spPr>
          <a:xfrm>
            <a:off x="7571327" y="2617513"/>
            <a:ext cx="4191585" cy="1838582"/>
          </a:xfrm>
          <a:prstGeom prst="rect">
            <a:avLst/>
          </a:prstGeom>
        </p:spPr>
      </p:pic>
    </p:spTree>
    <p:extLst>
      <p:ext uri="{BB962C8B-B14F-4D97-AF65-F5344CB8AC3E}">
        <p14:creationId xmlns:p14="http://schemas.microsoft.com/office/powerpoint/2010/main" val="38552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3</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Mitose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2.3.2 Verloop</a:t>
            </a:r>
          </a:p>
          <a:p>
            <a:pPr marL="0" indent="0">
              <a:lnSpc>
                <a:spcPts val="1400"/>
              </a:lnSpc>
              <a:spcAft>
                <a:spcPts val="600"/>
              </a:spcAft>
              <a:buNone/>
            </a:pP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Metafase</a:t>
            </a:r>
          </a:p>
          <a:p>
            <a:pPr marL="0" indent="0">
              <a:lnSpc>
                <a:spcPts val="1400"/>
              </a:lnSpc>
              <a:spcAft>
                <a:spcPts val="600"/>
              </a:spcAft>
              <a:buNone/>
            </a:pPr>
            <a:r>
              <a:rPr lang="en-US" sz="2200" b="1" dirty="0" err="1">
                <a:solidFill>
                  <a:srgbClr val="00B050"/>
                </a:solidFill>
              </a:rPr>
              <a:t>Metafase</a:t>
            </a:r>
            <a:endParaRPr lang="en-US" sz="2200" b="1" dirty="0">
              <a:solidFill>
                <a:srgbClr val="00B050"/>
              </a:solidFill>
            </a:endParaRPr>
          </a:p>
          <a:p>
            <a:pPr>
              <a:lnSpc>
                <a:spcPts val="1400"/>
              </a:lnSpc>
              <a:spcAft>
                <a:spcPts val="600"/>
              </a:spcAft>
            </a:pPr>
            <a:r>
              <a:rPr lang="en-US" sz="2200" dirty="0" err="1"/>
              <a:t>Microtubuli</a:t>
            </a:r>
            <a:r>
              <a:rPr lang="en-US" sz="2200" dirty="0"/>
              <a:t> </a:t>
            </a:r>
            <a:r>
              <a:rPr lang="en-US" sz="2200" dirty="0" err="1"/>
              <a:t>duwen</a:t>
            </a:r>
            <a:r>
              <a:rPr lang="en-US" sz="2200" dirty="0"/>
              <a:t> de </a:t>
            </a:r>
            <a:r>
              <a:rPr lang="en-US" sz="2200" dirty="0" err="1"/>
              <a:t>chromosomen</a:t>
            </a:r>
            <a:r>
              <a:rPr lang="en-US" sz="2200" dirty="0"/>
              <a:t> </a:t>
            </a:r>
            <a:r>
              <a:rPr lang="en-US" sz="2200" dirty="0" err="1"/>
              <a:t>naar</a:t>
            </a:r>
            <a:r>
              <a:rPr lang="en-US" sz="2200" dirty="0"/>
              <a:t> het </a:t>
            </a:r>
            <a:r>
              <a:rPr lang="en-US" sz="2200" dirty="0" err="1"/>
              <a:t>evenaarsvlak</a:t>
            </a:r>
            <a:endParaRPr lang="en-US" sz="2200" dirty="0"/>
          </a:p>
          <a:p>
            <a:pPr>
              <a:lnSpc>
                <a:spcPts val="1400"/>
              </a:lnSpc>
              <a:spcAft>
                <a:spcPts val="600"/>
              </a:spcAft>
            </a:pPr>
            <a:r>
              <a:rPr lang="en-US" sz="2200" dirty="0" err="1"/>
              <a:t>Willekeurige</a:t>
            </a:r>
            <a:r>
              <a:rPr lang="en-US" sz="2200" dirty="0"/>
              <a:t> </a:t>
            </a:r>
            <a:r>
              <a:rPr lang="en-US" sz="2200" dirty="0" err="1"/>
              <a:t>volgorde</a:t>
            </a:r>
            <a:r>
              <a:rPr lang="en-US" sz="2200" dirty="0"/>
              <a:t> op </a:t>
            </a:r>
            <a:r>
              <a:rPr lang="en-US" sz="2200" dirty="0" err="1"/>
              <a:t>één</a:t>
            </a:r>
            <a:r>
              <a:rPr lang="en-US" sz="2200" dirty="0"/>
              <a:t> </a:t>
            </a:r>
            <a:r>
              <a:rPr lang="en-US" sz="2200" dirty="0" err="1"/>
              <a:t>lijn</a:t>
            </a:r>
            <a:endParaRPr lang="en-US" sz="2200" dirty="0"/>
          </a:p>
          <a:p>
            <a:pPr>
              <a:lnSpc>
                <a:spcPts val="1400"/>
              </a:lnSpc>
              <a:spcAft>
                <a:spcPts val="600"/>
              </a:spcAft>
            </a:pPr>
            <a:r>
              <a:rPr lang="en-US" sz="2200" dirty="0" err="1"/>
              <a:t>Delingschromosomen</a:t>
            </a:r>
            <a:r>
              <a:rPr lang="en-US" sz="2200" dirty="0"/>
              <a:t> </a:t>
            </a:r>
            <a:r>
              <a:rPr lang="en-US" sz="2200" dirty="0" err="1"/>
              <a:t>vrij</a:t>
            </a:r>
            <a:r>
              <a:rPr lang="en-US" sz="2200" dirty="0"/>
              <a:t> in het </a:t>
            </a:r>
            <a:r>
              <a:rPr lang="en-US" sz="2200" dirty="0" err="1"/>
              <a:t>cytoplasma</a:t>
            </a:r>
            <a:endParaRPr lang="en-US" sz="2200" dirty="0"/>
          </a:p>
          <a:p>
            <a:pPr>
              <a:lnSpc>
                <a:spcPts val="1400"/>
              </a:lnSpc>
              <a:spcAft>
                <a:spcPts val="600"/>
              </a:spcAft>
            </a:pPr>
            <a:r>
              <a:rPr lang="en-US" sz="2200" dirty="0" err="1"/>
              <a:t>Chromosomen</a:t>
            </a:r>
            <a:r>
              <a:rPr lang="en-US" sz="2200" dirty="0"/>
              <a:t> </a:t>
            </a:r>
            <a:r>
              <a:rPr lang="en-US" sz="2200" dirty="0" err="1"/>
              <a:t>zijn</a:t>
            </a:r>
            <a:r>
              <a:rPr lang="en-US" sz="2200" dirty="0"/>
              <a:t> het </a:t>
            </a:r>
            <a:r>
              <a:rPr lang="en-US" sz="2200" dirty="0" err="1"/>
              <a:t>gemakkelijkste</a:t>
            </a:r>
            <a:r>
              <a:rPr lang="en-US" sz="2200" dirty="0"/>
              <a:t> </a:t>
            </a:r>
            <a:r>
              <a:rPr lang="en-US" sz="2200" dirty="0" err="1"/>
              <a:t>zichtbaar</a:t>
            </a:r>
            <a:r>
              <a:rPr lang="en-US" sz="2200" dirty="0"/>
              <a:t> </a:t>
            </a:r>
            <a:r>
              <a:rPr lang="en-US" sz="2200" dirty="0" err="1"/>
              <a:t>onder</a:t>
            </a:r>
            <a:r>
              <a:rPr lang="en-US" sz="2200" dirty="0"/>
              <a:t> </a:t>
            </a:r>
            <a:r>
              <a:rPr lang="en-US" sz="2200" dirty="0" err="1"/>
              <a:t>een</a:t>
            </a:r>
            <a:r>
              <a:rPr lang="en-US" sz="2200" dirty="0"/>
              <a:t> </a:t>
            </a:r>
            <a:r>
              <a:rPr lang="en-US" sz="2200" dirty="0" err="1"/>
              <a:t>lichtmicroscoop</a:t>
            </a:r>
            <a:endParaRPr lang="en-US" sz="2200" dirty="0"/>
          </a:p>
          <a:p>
            <a:pPr lvl="1">
              <a:lnSpc>
                <a:spcPts val="1400"/>
              </a:lnSpc>
              <a:spcAft>
                <a:spcPts val="600"/>
              </a:spcAft>
            </a:pPr>
            <a:r>
              <a:rPr lang="en-US" sz="1800" dirty="0" err="1"/>
              <a:t>maken</a:t>
            </a:r>
            <a:r>
              <a:rPr lang="en-US" sz="1800" dirty="0"/>
              <a:t> van </a:t>
            </a:r>
            <a:r>
              <a:rPr lang="en-US" sz="1800" dirty="0" err="1"/>
              <a:t>een</a:t>
            </a:r>
            <a:r>
              <a:rPr lang="en-US" sz="1800" dirty="0"/>
              <a:t> </a:t>
            </a:r>
            <a:r>
              <a:rPr lang="en-US" sz="1800" dirty="0" err="1"/>
              <a:t>karyogram</a:t>
            </a:r>
            <a:endParaRPr lang="en-US" sz="18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175</a:t>
            </a:r>
          </a:p>
        </p:txBody>
      </p:sp>
      <p:pic>
        <p:nvPicPr>
          <p:cNvPr id="6" name="Afbeelding 5">
            <a:extLst>
              <a:ext uri="{FF2B5EF4-FFF2-40B4-BE49-F238E27FC236}">
                <a16:creationId xmlns:a16="http://schemas.microsoft.com/office/drawing/2014/main" id="{49CC8130-B100-4862-99D9-464600321A74}"/>
              </a:ext>
            </a:extLst>
          </p:cNvPr>
          <p:cNvPicPr>
            <a:picLocks noChangeAspect="1"/>
          </p:cNvPicPr>
          <p:nvPr/>
        </p:nvPicPr>
        <p:blipFill>
          <a:blip r:embed="rId2"/>
          <a:stretch>
            <a:fillRect/>
          </a:stretch>
        </p:blipFill>
        <p:spPr>
          <a:xfrm>
            <a:off x="7857117" y="2228682"/>
            <a:ext cx="3905795" cy="2400635"/>
          </a:xfrm>
          <a:prstGeom prst="rect">
            <a:avLst/>
          </a:prstGeom>
        </p:spPr>
      </p:pic>
    </p:spTree>
    <p:extLst>
      <p:ext uri="{BB962C8B-B14F-4D97-AF65-F5344CB8AC3E}">
        <p14:creationId xmlns:p14="http://schemas.microsoft.com/office/powerpoint/2010/main" val="1530091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3</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Mitose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2.3.2 Verloop</a:t>
            </a:r>
          </a:p>
          <a:p>
            <a:pPr marL="0" indent="0">
              <a:lnSpc>
                <a:spcPts val="1400"/>
              </a:lnSpc>
              <a:spcAft>
                <a:spcPts val="600"/>
              </a:spcAft>
              <a:buNone/>
            </a:pP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Anafase</a:t>
            </a:r>
          </a:p>
          <a:p>
            <a:pPr marL="0" indent="0">
              <a:lnSpc>
                <a:spcPts val="1400"/>
              </a:lnSpc>
              <a:spcAft>
                <a:spcPts val="600"/>
              </a:spcAft>
              <a:buNone/>
            </a:pPr>
            <a:r>
              <a:rPr lang="en-US" sz="2200" b="1" dirty="0" err="1">
                <a:solidFill>
                  <a:srgbClr val="00B050"/>
                </a:solidFill>
              </a:rPr>
              <a:t>Anafase</a:t>
            </a:r>
            <a:endParaRPr lang="en-US" sz="2200" b="1" dirty="0">
              <a:solidFill>
                <a:srgbClr val="00B050"/>
              </a:solidFill>
            </a:endParaRPr>
          </a:p>
          <a:p>
            <a:pPr>
              <a:lnSpc>
                <a:spcPts val="1400"/>
              </a:lnSpc>
              <a:spcAft>
                <a:spcPts val="600"/>
              </a:spcAft>
            </a:pPr>
            <a:r>
              <a:rPr lang="en-US" sz="2200" dirty="0" err="1"/>
              <a:t>Trekdraden</a:t>
            </a:r>
            <a:r>
              <a:rPr lang="en-US" sz="2200" dirty="0"/>
              <a:t> </a:t>
            </a:r>
            <a:r>
              <a:rPr lang="en-US" sz="2200" dirty="0" err="1"/>
              <a:t>verkorten</a:t>
            </a:r>
            <a:endParaRPr lang="en-US" sz="2200" dirty="0"/>
          </a:p>
          <a:p>
            <a:pPr>
              <a:lnSpc>
                <a:spcPts val="1400"/>
              </a:lnSpc>
              <a:spcAft>
                <a:spcPts val="600"/>
              </a:spcAft>
            </a:pPr>
            <a:r>
              <a:rPr lang="en-US" sz="2200" dirty="0" err="1"/>
              <a:t>Delingschromosoom</a:t>
            </a:r>
            <a:r>
              <a:rPr lang="en-US" sz="2200" dirty="0"/>
              <a:t> </a:t>
            </a:r>
            <a:r>
              <a:rPr lang="en-US" sz="2200" dirty="0" err="1"/>
              <a:t>splitst</a:t>
            </a:r>
            <a:r>
              <a:rPr lang="en-US" sz="2200" dirty="0"/>
              <a:t> </a:t>
            </a:r>
            <a:r>
              <a:rPr lang="en-US" sz="2200" dirty="0" err="1"/>
              <a:t>ter</a:t>
            </a:r>
            <a:r>
              <a:rPr lang="en-US" sz="2200" dirty="0"/>
              <a:t> </a:t>
            </a:r>
            <a:r>
              <a:rPr lang="en-US" sz="2200" dirty="0" err="1"/>
              <a:t>hoogte</a:t>
            </a:r>
            <a:r>
              <a:rPr lang="en-US" sz="2200" dirty="0"/>
              <a:t> van het </a:t>
            </a:r>
            <a:r>
              <a:rPr lang="en-US" sz="2200" dirty="0" err="1"/>
              <a:t>centromeer</a:t>
            </a:r>
            <a:endParaRPr lang="en-US" sz="2200" dirty="0"/>
          </a:p>
          <a:p>
            <a:pPr>
              <a:lnSpc>
                <a:spcPts val="1400"/>
              </a:lnSpc>
              <a:spcAft>
                <a:spcPts val="600"/>
              </a:spcAft>
            </a:pPr>
            <a:r>
              <a:rPr lang="en-US" sz="2200" dirty="0" err="1"/>
              <a:t>Zusterchromatiden</a:t>
            </a:r>
            <a:r>
              <a:rPr lang="en-US" sz="2200" dirty="0"/>
              <a:t> </a:t>
            </a:r>
            <a:r>
              <a:rPr lang="en-US" sz="2200" dirty="0" err="1"/>
              <a:t>worden</a:t>
            </a:r>
            <a:r>
              <a:rPr lang="en-US" sz="2200" dirty="0"/>
              <a:t> </a:t>
            </a:r>
            <a:r>
              <a:rPr lang="en-US" sz="2200" dirty="0" err="1"/>
              <a:t>naar</a:t>
            </a:r>
            <a:r>
              <a:rPr lang="en-US" sz="2200" dirty="0"/>
              <a:t> de </a:t>
            </a:r>
            <a:r>
              <a:rPr lang="en-US" sz="2200" dirty="0" err="1"/>
              <a:t>tegenovergestelde</a:t>
            </a:r>
            <a:r>
              <a:rPr lang="en-US" sz="2200" dirty="0"/>
              <a:t> pool </a:t>
            </a:r>
            <a:r>
              <a:rPr lang="en-US" sz="2200" dirty="0" err="1"/>
              <a:t>getrokken</a:t>
            </a:r>
            <a:endParaRPr lang="en-US" sz="2200" dirty="0"/>
          </a:p>
          <a:p>
            <a:pPr>
              <a:lnSpc>
                <a:spcPts val="1400"/>
              </a:lnSpc>
              <a:spcAft>
                <a:spcPts val="600"/>
              </a:spcAft>
            </a:pPr>
            <a:r>
              <a:rPr lang="en-US" sz="2200" dirty="0"/>
              <a:t>Elke </a:t>
            </a:r>
            <a:r>
              <a:rPr lang="en-US" sz="2200" dirty="0" err="1"/>
              <a:t>zusterchromatide</a:t>
            </a:r>
            <a:r>
              <a:rPr lang="en-US" sz="2200" dirty="0"/>
              <a:t> is </a:t>
            </a:r>
            <a:r>
              <a:rPr lang="en-US" sz="2200" dirty="0" err="1"/>
              <a:t>een</a:t>
            </a:r>
            <a:r>
              <a:rPr lang="en-US" sz="2200" dirty="0"/>
              <a:t> </a:t>
            </a:r>
            <a:r>
              <a:rPr lang="en-US" sz="2200" dirty="0" err="1"/>
              <a:t>kopie</a:t>
            </a:r>
            <a:r>
              <a:rPr lang="en-US" sz="2200" dirty="0"/>
              <a:t> van het </a:t>
            </a:r>
            <a:r>
              <a:rPr lang="en-US" sz="2200" dirty="0" err="1"/>
              <a:t>oorspronkelijk</a:t>
            </a:r>
            <a:r>
              <a:rPr lang="en-US" sz="2200" dirty="0"/>
              <a:t> </a:t>
            </a:r>
            <a:r>
              <a:rPr lang="en-US" sz="2200" dirty="0" err="1"/>
              <a:t>chromosoom</a:t>
            </a:r>
            <a:endParaRPr lang="en-US" sz="2200" dirty="0"/>
          </a:p>
          <a:p>
            <a:pPr lvl="1">
              <a:lnSpc>
                <a:spcPts val="1400"/>
              </a:lnSpc>
              <a:spcAft>
                <a:spcPts val="600"/>
              </a:spcAft>
            </a:pPr>
            <a:r>
              <a:rPr lang="en-US" sz="1800" dirty="0" err="1"/>
              <a:t>identieke</a:t>
            </a:r>
            <a:r>
              <a:rPr lang="en-US" sz="1800" dirty="0"/>
              <a:t> </a:t>
            </a:r>
            <a:r>
              <a:rPr lang="en-US" sz="1800" dirty="0" err="1"/>
              <a:t>erfelijke</a:t>
            </a:r>
            <a:r>
              <a:rPr lang="en-US" sz="1800" dirty="0"/>
              <a:t> </a:t>
            </a:r>
            <a:r>
              <a:rPr lang="en-US" sz="1800" dirty="0" err="1"/>
              <a:t>informatie</a:t>
            </a:r>
            <a:endParaRPr lang="en-US" sz="1800" dirty="0"/>
          </a:p>
          <a:p>
            <a:pPr lvl="1">
              <a:lnSpc>
                <a:spcPts val="1400"/>
              </a:lnSpc>
              <a:spcAft>
                <a:spcPts val="600"/>
              </a:spcAft>
            </a:pPr>
            <a:r>
              <a:rPr lang="en-US" sz="1800" dirty="0" err="1"/>
              <a:t>mens</a:t>
            </a:r>
            <a:r>
              <a:rPr lang="en-US" sz="1800" dirty="0"/>
              <a:t>: 46 </a:t>
            </a:r>
            <a:r>
              <a:rPr lang="en-US" sz="1800" dirty="0" err="1"/>
              <a:t>chromosomen</a:t>
            </a:r>
            <a:r>
              <a:rPr lang="en-US" sz="1800" dirty="0"/>
              <a:t> per pool</a:t>
            </a:r>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175 + 176</a:t>
            </a:r>
          </a:p>
        </p:txBody>
      </p:sp>
      <p:pic>
        <p:nvPicPr>
          <p:cNvPr id="7" name="Afbeelding 6">
            <a:extLst>
              <a:ext uri="{FF2B5EF4-FFF2-40B4-BE49-F238E27FC236}">
                <a16:creationId xmlns:a16="http://schemas.microsoft.com/office/drawing/2014/main" id="{CCCD0139-CD6D-7C40-A5FC-14AC708EF819}"/>
              </a:ext>
            </a:extLst>
          </p:cNvPr>
          <p:cNvPicPr>
            <a:picLocks noChangeAspect="1"/>
          </p:cNvPicPr>
          <p:nvPr/>
        </p:nvPicPr>
        <p:blipFill>
          <a:blip r:embed="rId2"/>
          <a:stretch>
            <a:fillRect/>
          </a:stretch>
        </p:blipFill>
        <p:spPr>
          <a:xfrm>
            <a:off x="9219382" y="2252498"/>
            <a:ext cx="2543530" cy="2353003"/>
          </a:xfrm>
          <a:prstGeom prst="rect">
            <a:avLst/>
          </a:prstGeom>
        </p:spPr>
      </p:pic>
    </p:spTree>
    <p:extLst>
      <p:ext uri="{BB962C8B-B14F-4D97-AF65-F5344CB8AC3E}">
        <p14:creationId xmlns:p14="http://schemas.microsoft.com/office/powerpoint/2010/main" val="3478883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3</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Mitose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2.3.2 Verloop</a:t>
            </a:r>
          </a:p>
          <a:p>
            <a:pPr marL="0" indent="0">
              <a:lnSpc>
                <a:spcPts val="1400"/>
              </a:lnSpc>
              <a:spcAft>
                <a:spcPts val="600"/>
              </a:spcAft>
              <a:buNone/>
            </a:pPr>
            <a:r>
              <a:rPr lang="nl-BE" sz="2400" dirty="0" err="1">
                <a:solidFill>
                  <a:srgbClr val="75D6DB"/>
                </a:solidFill>
                <a:latin typeface="Noto Sans" panose="020B0502040504020204" pitchFamily="34" charset="0"/>
                <a:ea typeface="Noto Sans" panose="020B0502040504020204" pitchFamily="34" charset="0"/>
                <a:cs typeface="Noto Sans" panose="020B0502040504020204" pitchFamily="34" charset="0"/>
              </a:rPr>
              <a:t>Telofase</a:t>
            </a:r>
            <a:endPar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endParaRPr>
          </a:p>
          <a:p>
            <a:pPr marL="0" indent="0">
              <a:lnSpc>
                <a:spcPts val="1400"/>
              </a:lnSpc>
              <a:spcAft>
                <a:spcPts val="600"/>
              </a:spcAft>
              <a:buNone/>
            </a:pPr>
            <a:r>
              <a:rPr lang="en-US" sz="2200" b="1" dirty="0" err="1">
                <a:solidFill>
                  <a:srgbClr val="00B050"/>
                </a:solidFill>
              </a:rPr>
              <a:t>Telofase</a:t>
            </a:r>
            <a:endParaRPr lang="en-US" sz="2200" b="1" dirty="0">
              <a:solidFill>
                <a:srgbClr val="00B050"/>
              </a:solidFill>
            </a:endParaRPr>
          </a:p>
          <a:p>
            <a:pPr>
              <a:lnSpc>
                <a:spcPts val="1400"/>
              </a:lnSpc>
              <a:spcAft>
                <a:spcPts val="600"/>
              </a:spcAft>
            </a:pPr>
            <a:r>
              <a:rPr lang="en-US" sz="2200" dirty="0" err="1"/>
              <a:t>Spoelfiguur</a:t>
            </a:r>
            <a:r>
              <a:rPr lang="en-US" sz="2200" dirty="0"/>
              <a:t> </a:t>
            </a:r>
            <a:r>
              <a:rPr lang="en-US" sz="2200" dirty="0" err="1"/>
              <a:t>verdwijnt</a:t>
            </a:r>
            <a:endParaRPr lang="en-US" sz="2200" dirty="0"/>
          </a:p>
          <a:p>
            <a:pPr>
              <a:lnSpc>
                <a:spcPts val="1400"/>
              </a:lnSpc>
              <a:spcAft>
                <a:spcPts val="600"/>
              </a:spcAft>
            </a:pPr>
            <a:r>
              <a:rPr lang="en-US" sz="2200" dirty="0" err="1"/>
              <a:t>Bouwstenen</a:t>
            </a:r>
            <a:r>
              <a:rPr lang="en-US" sz="2200" dirty="0"/>
              <a:t> </a:t>
            </a:r>
            <a:r>
              <a:rPr lang="en-US" sz="2200" dirty="0" err="1"/>
              <a:t>microtubuli</a:t>
            </a:r>
            <a:r>
              <a:rPr lang="en-US" sz="2200" dirty="0"/>
              <a:t> </a:t>
            </a:r>
            <a:r>
              <a:rPr lang="en-US" sz="2200" dirty="0" err="1"/>
              <a:t>vormen</a:t>
            </a:r>
            <a:r>
              <a:rPr lang="en-US" sz="2200" dirty="0"/>
              <a:t> </a:t>
            </a:r>
            <a:r>
              <a:rPr lang="en-US" sz="2200" dirty="0" err="1"/>
              <a:t>cytoskelet</a:t>
            </a:r>
            <a:r>
              <a:rPr lang="en-US" sz="2200" dirty="0"/>
              <a:t> </a:t>
            </a:r>
            <a:r>
              <a:rPr lang="en-US" sz="2200" dirty="0" err="1"/>
              <a:t>dochtercellen</a:t>
            </a:r>
            <a:endParaRPr lang="en-US" sz="2200" dirty="0"/>
          </a:p>
          <a:p>
            <a:pPr>
              <a:lnSpc>
                <a:spcPts val="1400"/>
              </a:lnSpc>
              <a:spcAft>
                <a:spcPts val="600"/>
              </a:spcAft>
            </a:pPr>
            <a:r>
              <a:rPr lang="en-US" sz="2200" dirty="0" err="1"/>
              <a:t>Vorming</a:t>
            </a:r>
            <a:r>
              <a:rPr lang="en-US" sz="2200" dirty="0"/>
              <a:t> </a:t>
            </a:r>
            <a:r>
              <a:rPr lang="en-US" sz="2200" dirty="0" err="1"/>
              <a:t>kernmembraan</a:t>
            </a:r>
            <a:endParaRPr lang="en-US" sz="2200" dirty="0"/>
          </a:p>
          <a:p>
            <a:pPr>
              <a:lnSpc>
                <a:spcPts val="1400"/>
              </a:lnSpc>
              <a:spcAft>
                <a:spcPts val="600"/>
              </a:spcAft>
            </a:pPr>
            <a:r>
              <a:rPr lang="en-US" sz="2200" dirty="0" err="1"/>
              <a:t>Chromosomen</a:t>
            </a:r>
            <a:r>
              <a:rPr lang="en-US" sz="2200" dirty="0"/>
              <a:t> </a:t>
            </a:r>
            <a:r>
              <a:rPr lang="en-US" sz="2200" dirty="0" err="1"/>
              <a:t>despiraliseren</a:t>
            </a:r>
            <a:r>
              <a:rPr lang="en-US" sz="2200" dirty="0"/>
              <a:t> </a:t>
            </a:r>
            <a:r>
              <a:rPr lang="en-US" sz="2200" dirty="0" err="1"/>
              <a:t>en</a:t>
            </a:r>
            <a:r>
              <a:rPr lang="en-US" sz="2200" dirty="0"/>
              <a:t> </a:t>
            </a:r>
            <a:r>
              <a:rPr lang="en-US" sz="2200" dirty="0" err="1"/>
              <a:t>decondenseren</a:t>
            </a:r>
            <a:r>
              <a:rPr lang="en-US" sz="2200" dirty="0"/>
              <a:t> tot </a:t>
            </a:r>
            <a:r>
              <a:rPr lang="en-US" sz="2200" dirty="0" err="1"/>
              <a:t>chromatinevezels</a:t>
            </a:r>
            <a:endParaRPr lang="en-US" sz="2200" dirty="0"/>
          </a:p>
          <a:p>
            <a:pPr marL="0" indent="0">
              <a:lnSpc>
                <a:spcPts val="1400"/>
              </a:lnSpc>
              <a:spcAft>
                <a:spcPts val="600"/>
              </a:spcAft>
              <a:buNone/>
            </a:pPr>
            <a:r>
              <a:rPr lang="en-US" sz="2200" b="1" dirty="0" err="1">
                <a:solidFill>
                  <a:srgbClr val="00B050"/>
                </a:solidFill>
              </a:rPr>
              <a:t>Cytokinese</a:t>
            </a:r>
            <a:endParaRPr lang="en-US" sz="2200" b="1" dirty="0">
              <a:solidFill>
                <a:srgbClr val="00B050"/>
              </a:solidFill>
            </a:endParaRPr>
          </a:p>
          <a:p>
            <a:pPr>
              <a:lnSpc>
                <a:spcPts val="1400"/>
              </a:lnSpc>
              <a:spcAft>
                <a:spcPts val="600"/>
              </a:spcAft>
            </a:pPr>
            <a:r>
              <a:rPr lang="en-US" sz="2200" dirty="0" err="1"/>
              <a:t>Splitsing</a:t>
            </a:r>
            <a:r>
              <a:rPr lang="en-US" sz="2200" dirty="0"/>
              <a:t> </a:t>
            </a:r>
            <a:r>
              <a:rPr lang="en-US" sz="2200" dirty="0" err="1"/>
              <a:t>cytoplasma</a:t>
            </a:r>
            <a:r>
              <a:rPr lang="en-US" sz="2200" dirty="0"/>
              <a:t> door </a:t>
            </a:r>
            <a:r>
              <a:rPr lang="en-US" sz="2200" dirty="0" err="1"/>
              <a:t>insnoering</a:t>
            </a:r>
            <a:r>
              <a:rPr lang="en-US" sz="2200" dirty="0"/>
              <a:t> </a:t>
            </a:r>
            <a:r>
              <a:rPr lang="en-US" sz="2200" dirty="0" err="1"/>
              <a:t>celmembraan</a:t>
            </a:r>
            <a:endParaRPr lang="en-US" sz="2200" dirty="0"/>
          </a:p>
          <a:p>
            <a:pPr>
              <a:lnSpc>
                <a:spcPts val="1400"/>
              </a:lnSpc>
              <a:spcAft>
                <a:spcPts val="600"/>
              </a:spcAft>
            </a:pPr>
            <a:r>
              <a:rPr lang="en-US" sz="2200" dirty="0" err="1"/>
              <a:t>Evenredige</a:t>
            </a:r>
            <a:r>
              <a:rPr lang="en-US" sz="2200" dirty="0"/>
              <a:t> </a:t>
            </a:r>
            <a:r>
              <a:rPr lang="en-US" sz="2200" dirty="0" err="1"/>
              <a:t>verdeling</a:t>
            </a:r>
            <a:r>
              <a:rPr lang="en-US" sz="2200" dirty="0"/>
              <a:t> </a:t>
            </a:r>
            <a:r>
              <a:rPr lang="en-US" sz="2200" dirty="0" err="1"/>
              <a:t>celorganellen</a:t>
            </a:r>
            <a:endParaRPr lang="en-US" sz="2200" dirty="0"/>
          </a:p>
          <a:p>
            <a:pPr marL="0" indent="0">
              <a:lnSpc>
                <a:spcPts val="1400"/>
              </a:lnSpc>
              <a:spcAft>
                <a:spcPts val="600"/>
              </a:spcAft>
              <a:buNone/>
            </a:pPr>
            <a:r>
              <a:rPr lang="en-US" sz="2200" dirty="0"/>
              <a:t>RESULTAAT: twee </a:t>
            </a:r>
            <a:r>
              <a:rPr lang="en-US" sz="2200" dirty="0" err="1"/>
              <a:t>genetisch</a:t>
            </a:r>
            <a:r>
              <a:rPr lang="en-US" sz="2200" dirty="0"/>
              <a:t> </a:t>
            </a:r>
            <a:r>
              <a:rPr lang="en-US" sz="2200" dirty="0" err="1"/>
              <a:t>identieke</a:t>
            </a:r>
            <a:r>
              <a:rPr lang="en-US" sz="2200" dirty="0"/>
              <a:t> </a:t>
            </a:r>
            <a:r>
              <a:rPr lang="en-US" sz="2200" dirty="0" err="1"/>
              <a:t>dochtercellen</a:t>
            </a:r>
            <a:r>
              <a:rPr lang="en-US" sz="2200" dirty="0"/>
              <a:t> (2n)</a:t>
            </a:r>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176</a:t>
            </a:r>
          </a:p>
        </p:txBody>
      </p:sp>
      <p:pic>
        <p:nvPicPr>
          <p:cNvPr id="7" name="Afbeelding 6">
            <a:extLst>
              <a:ext uri="{FF2B5EF4-FFF2-40B4-BE49-F238E27FC236}">
                <a16:creationId xmlns:a16="http://schemas.microsoft.com/office/drawing/2014/main" id="{A89016C3-E22A-5CEB-198D-FA65E9FF144C}"/>
              </a:ext>
            </a:extLst>
          </p:cNvPr>
          <p:cNvPicPr>
            <a:picLocks noChangeAspect="1"/>
          </p:cNvPicPr>
          <p:nvPr/>
        </p:nvPicPr>
        <p:blipFill>
          <a:blip r:embed="rId2"/>
          <a:stretch>
            <a:fillRect/>
          </a:stretch>
        </p:blipFill>
        <p:spPr>
          <a:xfrm>
            <a:off x="8628750" y="1790471"/>
            <a:ext cx="3134162" cy="3277057"/>
          </a:xfrm>
          <a:prstGeom prst="rect">
            <a:avLst/>
          </a:prstGeom>
        </p:spPr>
      </p:pic>
    </p:spTree>
    <p:extLst>
      <p:ext uri="{BB962C8B-B14F-4D97-AF65-F5344CB8AC3E}">
        <p14:creationId xmlns:p14="http://schemas.microsoft.com/office/powerpoint/2010/main" val="158752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3</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Mitose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2.3.3 Ontstaan van kanker</a:t>
            </a:r>
          </a:p>
          <a:p>
            <a:pPr marL="0" indent="0">
              <a:lnSpc>
                <a:spcPts val="1400"/>
              </a:lnSpc>
              <a:spcAft>
                <a:spcPts val="600"/>
              </a:spcAft>
              <a:buNone/>
            </a:pPr>
            <a:r>
              <a:rPr lang="en-US" sz="2200" b="1" dirty="0">
                <a:solidFill>
                  <a:srgbClr val="00B050"/>
                </a:solidFill>
              </a:rPr>
              <a:t>Tumor</a:t>
            </a:r>
          </a:p>
          <a:p>
            <a:pPr>
              <a:lnSpc>
                <a:spcPts val="1400"/>
              </a:lnSpc>
              <a:spcAft>
                <a:spcPts val="600"/>
              </a:spcAft>
            </a:pPr>
            <a:r>
              <a:rPr lang="en-US" sz="2200" dirty="0" err="1"/>
              <a:t>Ongeremde</a:t>
            </a:r>
            <a:r>
              <a:rPr lang="en-US" sz="2200" dirty="0"/>
              <a:t> </a:t>
            </a:r>
            <a:r>
              <a:rPr lang="en-US" sz="2200" dirty="0" err="1"/>
              <a:t>en</a:t>
            </a:r>
            <a:r>
              <a:rPr lang="en-US" sz="2200" dirty="0"/>
              <a:t> </a:t>
            </a:r>
            <a:r>
              <a:rPr lang="en-US" sz="2200" dirty="0" err="1"/>
              <a:t>ongecontroleerde</a:t>
            </a:r>
            <a:r>
              <a:rPr lang="en-US" sz="2200" dirty="0"/>
              <a:t> </a:t>
            </a:r>
            <a:r>
              <a:rPr lang="en-US" sz="2200" dirty="0" err="1"/>
              <a:t>celdeling</a:t>
            </a:r>
            <a:endParaRPr lang="en-US" sz="2200" dirty="0"/>
          </a:p>
          <a:p>
            <a:pPr>
              <a:lnSpc>
                <a:spcPts val="1400"/>
              </a:lnSpc>
              <a:spcAft>
                <a:spcPts val="600"/>
              </a:spcAft>
            </a:pPr>
            <a:r>
              <a:rPr lang="en-US" sz="2200" dirty="0" err="1"/>
              <a:t>Oorzaak</a:t>
            </a:r>
            <a:r>
              <a:rPr lang="en-US" sz="2200" dirty="0"/>
              <a:t>: </a:t>
            </a:r>
          </a:p>
          <a:p>
            <a:pPr lvl="1">
              <a:lnSpc>
                <a:spcPts val="1400"/>
              </a:lnSpc>
              <a:spcAft>
                <a:spcPts val="600"/>
              </a:spcAft>
            </a:pPr>
            <a:r>
              <a:rPr lang="en-US" sz="1800" dirty="0" err="1"/>
              <a:t>vaak</a:t>
            </a:r>
            <a:r>
              <a:rPr lang="en-US" sz="1800" dirty="0"/>
              <a:t> DNA-</a:t>
            </a:r>
            <a:r>
              <a:rPr lang="en-US" sz="1800" dirty="0" err="1"/>
              <a:t>schade</a:t>
            </a:r>
            <a:r>
              <a:rPr lang="en-US" sz="1800" dirty="0"/>
              <a:t> door </a:t>
            </a:r>
            <a:r>
              <a:rPr lang="en-US" sz="1800" dirty="0" err="1"/>
              <a:t>uv-stralen</a:t>
            </a:r>
            <a:r>
              <a:rPr lang="en-US" sz="1800" dirty="0"/>
              <a:t>, alcohol, teer, …</a:t>
            </a:r>
          </a:p>
          <a:p>
            <a:pPr lvl="1">
              <a:lnSpc>
                <a:spcPts val="1400"/>
              </a:lnSpc>
              <a:spcAft>
                <a:spcPts val="600"/>
              </a:spcAft>
            </a:pPr>
            <a:r>
              <a:rPr lang="en-US" sz="1800" dirty="0" err="1"/>
              <a:t>erfelijke</a:t>
            </a:r>
            <a:r>
              <a:rPr lang="en-US" sz="1800" dirty="0"/>
              <a:t> </a:t>
            </a:r>
            <a:r>
              <a:rPr lang="en-US" sz="1800" dirty="0" err="1"/>
              <a:t>afwijking</a:t>
            </a:r>
            <a:endParaRPr lang="en-US" sz="1800" dirty="0"/>
          </a:p>
          <a:p>
            <a:pPr>
              <a:lnSpc>
                <a:spcPts val="1400"/>
              </a:lnSpc>
              <a:spcAft>
                <a:spcPts val="600"/>
              </a:spcAft>
            </a:pPr>
            <a:r>
              <a:rPr lang="en-US" sz="2200" dirty="0" err="1"/>
              <a:t>Kankercellen</a:t>
            </a:r>
            <a:r>
              <a:rPr lang="en-US" sz="2200" dirty="0"/>
              <a:t> </a:t>
            </a:r>
          </a:p>
          <a:p>
            <a:pPr lvl="1">
              <a:lnSpc>
                <a:spcPts val="1400"/>
              </a:lnSpc>
              <a:spcAft>
                <a:spcPts val="600"/>
              </a:spcAft>
            </a:pPr>
            <a:r>
              <a:rPr lang="en-US" sz="1800" dirty="0" err="1"/>
              <a:t>verdringen</a:t>
            </a:r>
            <a:r>
              <a:rPr lang="en-US" sz="1800" dirty="0"/>
              <a:t> </a:t>
            </a:r>
            <a:r>
              <a:rPr lang="en-US" sz="1800" dirty="0" err="1"/>
              <a:t>en</a:t>
            </a:r>
            <a:r>
              <a:rPr lang="en-US" sz="1800" dirty="0"/>
              <a:t> </a:t>
            </a:r>
            <a:r>
              <a:rPr lang="en-US" sz="1800" dirty="0" err="1"/>
              <a:t>vervangen</a:t>
            </a:r>
            <a:r>
              <a:rPr lang="en-US" sz="1800" dirty="0"/>
              <a:t> </a:t>
            </a:r>
            <a:r>
              <a:rPr lang="en-US" sz="1800" dirty="0" err="1"/>
              <a:t>omliggende</a:t>
            </a:r>
            <a:r>
              <a:rPr lang="en-US" sz="1800" dirty="0"/>
              <a:t> </a:t>
            </a:r>
            <a:r>
              <a:rPr lang="en-US" sz="1800" dirty="0" err="1"/>
              <a:t>weefsels</a:t>
            </a:r>
            <a:endParaRPr lang="en-US" sz="1800" dirty="0"/>
          </a:p>
          <a:p>
            <a:pPr lvl="1">
              <a:lnSpc>
                <a:spcPts val="1400"/>
              </a:lnSpc>
              <a:spcAft>
                <a:spcPts val="600"/>
              </a:spcAft>
            </a:pPr>
            <a:r>
              <a:rPr lang="en-US" sz="1800" dirty="0" err="1"/>
              <a:t>celdifferentiatie</a:t>
            </a:r>
            <a:r>
              <a:rPr lang="en-US" sz="1800" dirty="0"/>
              <a:t> </a:t>
            </a:r>
            <a:r>
              <a:rPr lang="en-US" sz="1800" dirty="0" err="1"/>
              <a:t>verloopt</a:t>
            </a:r>
            <a:r>
              <a:rPr lang="en-US" sz="1800" dirty="0"/>
              <a:t> </a:t>
            </a:r>
            <a:r>
              <a:rPr lang="en-US" sz="1800" dirty="0" err="1"/>
              <a:t>foutief</a:t>
            </a:r>
            <a:endParaRPr lang="en-US" sz="1800" dirty="0"/>
          </a:p>
          <a:p>
            <a:pPr lvl="1">
              <a:lnSpc>
                <a:spcPts val="1400"/>
              </a:lnSpc>
              <a:spcAft>
                <a:spcPts val="600"/>
              </a:spcAft>
            </a:pPr>
            <a:r>
              <a:rPr lang="en-US" sz="1800" dirty="0" err="1"/>
              <a:t>geen</a:t>
            </a:r>
            <a:r>
              <a:rPr lang="en-US" sz="1800" dirty="0"/>
              <a:t> </a:t>
            </a:r>
            <a:r>
              <a:rPr lang="en-US" sz="1800" dirty="0" err="1"/>
              <a:t>functie</a:t>
            </a:r>
            <a:r>
              <a:rPr lang="en-US" sz="1800" dirty="0"/>
              <a:t>, </a:t>
            </a:r>
            <a:r>
              <a:rPr lang="en-US" sz="1800" dirty="0" err="1"/>
              <a:t>enkel</a:t>
            </a:r>
            <a:r>
              <a:rPr lang="en-US" sz="1800" dirty="0"/>
              <a:t> </a:t>
            </a:r>
            <a:r>
              <a:rPr lang="en-US" sz="1800" dirty="0" err="1"/>
              <a:t>delen</a:t>
            </a:r>
            <a:endParaRPr lang="en-US" sz="1800" dirty="0"/>
          </a:p>
          <a:p>
            <a:pPr lvl="1">
              <a:lnSpc>
                <a:spcPts val="1400"/>
              </a:lnSpc>
              <a:spcAft>
                <a:spcPts val="600"/>
              </a:spcAft>
            </a:pPr>
            <a:r>
              <a:rPr lang="en-US" sz="1800" dirty="0" err="1"/>
              <a:t>verbruiken</a:t>
            </a:r>
            <a:r>
              <a:rPr lang="en-US" sz="1800" dirty="0"/>
              <a:t> </a:t>
            </a:r>
            <a:r>
              <a:rPr lang="en-US" sz="1800" dirty="0" err="1"/>
              <a:t>veel</a:t>
            </a:r>
            <a:r>
              <a:rPr lang="en-US" sz="1800" dirty="0"/>
              <a:t> O</a:t>
            </a:r>
            <a:r>
              <a:rPr lang="en-US" sz="1800" baseline="-25000" dirty="0"/>
              <a:t>2</a:t>
            </a:r>
            <a:r>
              <a:rPr lang="en-US" sz="1800" dirty="0"/>
              <a:t> </a:t>
            </a:r>
            <a:r>
              <a:rPr lang="en-US" sz="1800" dirty="0" err="1"/>
              <a:t>en</a:t>
            </a:r>
            <a:r>
              <a:rPr lang="en-US" sz="1800" dirty="0"/>
              <a:t> </a:t>
            </a:r>
            <a:r>
              <a:rPr lang="en-US" sz="1800" dirty="0" err="1"/>
              <a:t>voedingstoffen</a:t>
            </a:r>
            <a:r>
              <a:rPr lang="en-US" sz="1800" dirty="0"/>
              <a:t> → </a:t>
            </a:r>
            <a:r>
              <a:rPr lang="en-US" sz="1800" dirty="0" err="1"/>
              <a:t>lichamelijke</a:t>
            </a:r>
            <a:r>
              <a:rPr lang="en-US" sz="1800" dirty="0"/>
              <a:t> </a:t>
            </a:r>
            <a:r>
              <a:rPr lang="en-US" sz="1800" dirty="0" err="1"/>
              <a:t>klachten</a:t>
            </a:r>
            <a:endParaRPr lang="en-US" sz="1800" dirty="0"/>
          </a:p>
          <a:p>
            <a:pPr>
              <a:lnSpc>
                <a:spcPts val="1400"/>
              </a:lnSpc>
              <a:spcAft>
                <a:spcPts val="600"/>
              </a:spcAft>
            </a:pPr>
            <a:r>
              <a:rPr lang="en-US" sz="2200" b="1" dirty="0" err="1">
                <a:solidFill>
                  <a:srgbClr val="00B050"/>
                </a:solidFill>
              </a:rPr>
              <a:t>Uitzaaiing</a:t>
            </a:r>
            <a:r>
              <a:rPr lang="en-US" sz="2200" dirty="0"/>
              <a:t> of </a:t>
            </a:r>
            <a:r>
              <a:rPr lang="en-US" sz="2200" dirty="0" err="1"/>
              <a:t>metastase</a:t>
            </a:r>
            <a:endParaRPr lang="en-US" sz="2200" dirty="0"/>
          </a:p>
          <a:p>
            <a:pPr lvl="1">
              <a:lnSpc>
                <a:spcPts val="1400"/>
              </a:lnSpc>
              <a:spcAft>
                <a:spcPts val="600"/>
              </a:spcAft>
            </a:pPr>
            <a:r>
              <a:rPr lang="en-US" sz="1800" dirty="0" err="1"/>
              <a:t>verspreiding</a:t>
            </a:r>
            <a:r>
              <a:rPr lang="en-US" sz="1800" dirty="0"/>
              <a:t> </a:t>
            </a:r>
            <a:r>
              <a:rPr lang="en-US" sz="1800" dirty="0" err="1"/>
              <a:t>kankercellen</a:t>
            </a:r>
            <a:r>
              <a:rPr lang="en-US" sz="1800" dirty="0"/>
              <a:t> via </a:t>
            </a:r>
            <a:r>
              <a:rPr lang="en-US" sz="1800" dirty="0" err="1"/>
              <a:t>bloed</a:t>
            </a:r>
            <a:r>
              <a:rPr lang="en-US" sz="1800" dirty="0"/>
              <a:t> of </a:t>
            </a:r>
            <a:r>
              <a:rPr lang="en-US" sz="1800" dirty="0" err="1"/>
              <a:t>lymfe</a:t>
            </a:r>
            <a:endParaRPr lang="en-US" sz="18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176 + 177</a:t>
            </a:r>
          </a:p>
        </p:txBody>
      </p:sp>
      <p:pic>
        <p:nvPicPr>
          <p:cNvPr id="6" name="Afbeelding 5">
            <a:extLst>
              <a:ext uri="{FF2B5EF4-FFF2-40B4-BE49-F238E27FC236}">
                <a16:creationId xmlns:a16="http://schemas.microsoft.com/office/drawing/2014/main" id="{7DD4DDF5-97BA-A0D1-4A94-8FCDF9EE1D12}"/>
              </a:ext>
            </a:extLst>
          </p:cNvPr>
          <p:cNvPicPr>
            <a:picLocks noChangeAspect="1"/>
          </p:cNvPicPr>
          <p:nvPr/>
        </p:nvPicPr>
        <p:blipFill>
          <a:blip r:embed="rId2"/>
          <a:stretch>
            <a:fillRect/>
          </a:stretch>
        </p:blipFill>
        <p:spPr>
          <a:xfrm>
            <a:off x="7271248" y="309722"/>
            <a:ext cx="4525006" cy="1352739"/>
          </a:xfrm>
          <a:prstGeom prst="rect">
            <a:avLst/>
          </a:prstGeom>
        </p:spPr>
      </p:pic>
      <p:pic>
        <p:nvPicPr>
          <p:cNvPr id="9" name="Afbeelding 8">
            <a:extLst>
              <a:ext uri="{FF2B5EF4-FFF2-40B4-BE49-F238E27FC236}">
                <a16:creationId xmlns:a16="http://schemas.microsoft.com/office/drawing/2014/main" id="{908D7E7D-DE7D-D77B-C2BA-66FAF1850915}"/>
              </a:ext>
            </a:extLst>
          </p:cNvPr>
          <p:cNvPicPr>
            <a:picLocks noChangeAspect="1"/>
          </p:cNvPicPr>
          <p:nvPr/>
        </p:nvPicPr>
        <p:blipFill>
          <a:blip r:embed="rId3"/>
          <a:stretch>
            <a:fillRect/>
          </a:stretch>
        </p:blipFill>
        <p:spPr>
          <a:xfrm>
            <a:off x="7337932" y="1998222"/>
            <a:ext cx="4458322" cy="1743318"/>
          </a:xfrm>
          <a:prstGeom prst="rect">
            <a:avLst/>
          </a:prstGeom>
        </p:spPr>
      </p:pic>
      <p:pic>
        <p:nvPicPr>
          <p:cNvPr id="11" name="Afbeelding 10">
            <a:extLst>
              <a:ext uri="{FF2B5EF4-FFF2-40B4-BE49-F238E27FC236}">
                <a16:creationId xmlns:a16="http://schemas.microsoft.com/office/drawing/2014/main" id="{28716C67-C8A1-41AF-7CD4-DFAF46BABAA1}"/>
              </a:ext>
            </a:extLst>
          </p:cNvPr>
          <p:cNvPicPr>
            <a:picLocks noChangeAspect="1"/>
          </p:cNvPicPr>
          <p:nvPr/>
        </p:nvPicPr>
        <p:blipFill>
          <a:blip r:embed="rId4"/>
          <a:stretch>
            <a:fillRect/>
          </a:stretch>
        </p:blipFill>
        <p:spPr>
          <a:xfrm>
            <a:off x="8733539" y="3922775"/>
            <a:ext cx="3029373" cy="2314898"/>
          </a:xfrm>
          <a:prstGeom prst="rect">
            <a:avLst/>
          </a:prstGeom>
        </p:spPr>
      </p:pic>
    </p:spTree>
    <p:extLst>
      <p:ext uri="{BB962C8B-B14F-4D97-AF65-F5344CB8AC3E}">
        <p14:creationId xmlns:p14="http://schemas.microsoft.com/office/powerpoint/2010/main" val="1322087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a:lnSpc>
                <a:spcPts val="1400"/>
              </a:lnSpc>
              <a:spcAft>
                <a:spcPts val="600"/>
              </a:spcAft>
            </a:pPr>
            <a:r>
              <a:rPr lang="en-US" sz="2200" dirty="0" err="1"/>
              <a:t>Aanmaak</a:t>
            </a:r>
            <a:r>
              <a:rPr lang="en-US" sz="2200" dirty="0"/>
              <a:t> van </a:t>
            </a:r>
            <a:r>
              <a:rPr lang="en-US" sz="2200" dirty="0" err="1"/>
              <a:t>haploïde</a:t>
            </a:r>
            <a:r>
              <a:rPr lang="en-US" sz="2200" dirty="0"/>
              <a:t> </a:t>
            </a:r>
            <a:r>
              <a:rPr lang="en-US" sz="2200" dirty="0" err="1"/>
              <a:t>gameten</a:t>
            </a:r>
            <a:r>
              <a:rPr lang="en-US" sz="2200" dirty="0"/>
              <a:t> of </a:t>
            </a:r>
            <a:r>
              <a:rPr lang="en-US" sz="2200" dirty="0" err="1"/>
              <a:t>geslachtscellen</a:t>
            </a:r>
            <a:endParaRPr lang="en-US" sz="2200" dirty="0"/>
          </a:p>
          <a:p>
            <a:pPr>
              <a:lnSpc>
                <a:spcPts val="1400"/>
              </a:lnSpc>
              <a:spcAft>
                <a:spcPts val="600"/>
              </a:spcAft>
            </a:pPr>
            <a:r>
              <a:rPr lang="en-US" sz="2200" dirty="0" err="1"/>
              <a:t>Vooraf</a:t>
            </a:r>
            <a:r>
              <a:rPr lang="en-US" sz="2200" dirty="0"/>
              <a:t> </a:t>
            </a:r>
            <a:r>
              <a:rPr lang="en-US" sz="2200" dirty="0" err="1"/>
              <a:t>interfase</a:t>
            </a:r>
            <a:endParaRPr lang="en-US" sz="2200" dirty="0"/>
          </a:p>
          <a:p>
            <a:pPr lvl="1">
              <a:lnSpc>
                <a:spcPts val="1400"/>
              </a:lnSpc>
              <a:spcAft>
                <a:spcPts val="600"/>
              </a:spcAft>
            </a:pPr>
            <a:r>
              <a:rPr lang="en-US" sz="1800" dirty="0" err="1"/>
              <a:t>toename</a:t>
            </a:r>
            <a:r>
              <a:rPr lang="en-US" sz="1800" dirty="0"/>
              <a:t> </a:t>
            </a:r>
            <a:r>
              <a:rPr lang="en-US" sz="1800" dirty="0" err="1"/>
              <a:t>celvolume</a:t>
            </a:r>
            <a:endParaRPr lang="en-US" sz="1800" dirty="0"/>
          </a:p>
          <a:p>
            <a:pPr lvl="1">
              <a:lnSpc>
                <a:spcPts val="1400"/>
              </a:lnSpc>
              <a:spcAft>
                <a:spcPts val="600"/>
              </a:spcAft>
            </a:pPr>
            <a:r>
              <a:rPr lang="en-US" sz="1800" dirty="0" err="1"/>
              <a:t>verdubbeling</a:t>
            </a:r>
            <a:r>
              <a:rPr lang="en-US" sz="1800" dirty="0"/>
              <a:t> DNA</a:t>
            </a:r>
          </a:p>
          <a:p>
            <a:pPr lvl="1">
              <a:lnSpc>
                <a:spcPts val="1400"/>
              </a:lnSpc>
              <a:spcAft>
                <a:spcPts val="600"/>
              </a:spcAft>
            </a:pPr>
            <a:r>
              <a:rPr lang="en-US" sz="1800" dirty="0" err="1"/>
              <a:t>aanmaak</a:t>
            </a:r>
            <a:r>
              <a:rPr lang="en-US" sz="1800" dirty="0"/>
              <a:t> </a:t>
            </a:r>
            <a:r>
              <a:rPr lang="en-US" sz="1800" dirty="0" err="1"/>
              <a:t>celorganellen</a:t>
            </a:r>
            <a:r>
              <a:rPr lang="en-US" sz="1800" dirty="0"/>
              <a:t> </a:t>
            </a:r>
            <a:r>
              <a:rPr lang="en-US" sz="1800" dirty="0" err="1"/>
              <a:t>en</a:t>
            </a:r>
            <a:r>
              <a:rPr lang="en-US" sz="1800" dirty="0"/>
              <a:t> </a:t>
            </a:r>
            <a:r>
              <a:rPr lang="en-US" sz="1800" dirty="0" err="1"/>
              <a:t>bouwstoffen</a:t>
            </a:r>
            <a:endParaRPr lang="en-US" sz="1800" dirty="0"/>
          </a:p>
          <a:p>
            <a:pPr>
              <a:lnSpc>
                <a:spcPts val="1400"/>
              </a:lnSpc>
              <a:spcAft>
                <a:spcPts val="600"/>
              </a:spcAft>
            </a:pPr>
            <a:r>
              <a:rPr lang="en-US" sz="2200" dirty="0"/>
              <a:t>Twee </a:t>
            </a:r>
            <a:r>
              <a:rPr lang="en-US" sz="2200" dirty="0" err="1"/>
              <a:t>afzonderlijke</a:t>
            </a:r>
            <a:r>
              <a:rPr lang="en-US" sz="2200" dirty="0"/>
              <a:t> </a:t>
            </a:r>
            <a:r>
              <a:rPr lang="en-US" sz="2200" dirty="0" err="1"/>
              <a:t>celdelingen</a:t>
            </a:r>
            <a:endParaRPr lang="en-US" sz="2200" dirty="0"/>
          </a:p>
          <a:p>
            <a:pPr lvl="1">
              <a:lnSpc>
                <a:spcPts val="1400"/>
              </a:lnSpc>
              <a:spcAft>
                <a:spcPts val="600"/>
              </a:spcAft>
            </a:pPr>
            <a:r>
              <a:rPr lang="en-US" sz="1800" dirty="0" err="1"/>
              <a:t>eerste</a:t>
            </a:r>
            <a:r>
              <a:rPr lang="en-US" sz="1800" dirty="0"/>
              <a:t> </a:t>
            </a:r>
            <a:r>
              <a:rPr lang="en-US" sz="1800" dirty="0" err="1"/>
              <a:t>meiotische</a:t>
            </a:r>
            <a:r>
              <a:rPr lang="en-US" sz="1800" dirty="0"/>
              <a:t> </a:t>
            </a:r>
            <a:r>
              <a:rPr lang="en-US" sz="1800" dirty="0" err="1"/>
              <a:t>deling</a:t>
            </a:r>
            <a:endParaRPr lang="en-US" sz="1800" dirty="0"/>
          </a:p>
          <a:p>
            <a:pPr lvl="1">
              <a:lnSpc>
                <a:spcPts val="1400"/>
              </a:lnSpc>
              <a:spcAft>
                <a:spcPts val="600"/>
              </a:spcAft>
            </a:pPr>
            <a:r>
              <a:rPr lang="en-US" sz="1800" dirty="0" err="1"/>
              <a:t>tweede</a:t>
            </a:r>
            <a:r>
              <a:rPr lang="en-US" sz="1800" dirty="0"/>
              <a:t> </a:t>
            </a:r>
            <a:r>
              <a:rPr lang="en-US" sz="1800" dirty="0" err="1"/>
              <a:t>meiotische</a:t>
            </a:r>
            <a:r>
              <a:rPr lang="en-US" sz="1800" dirty="0"/>
              <a:t> </a:t>
            </a:r>
            <a:r>
              <a:rPr lang="en-US" sz="1800" dirty="0" err="1"/>
              <a:t>deling</a:t>
            </a:r>
            <a:endParaRPr lang="en-US" sz="1800" dirty="0"/>
          </a:p>
          <a:p>
            <a:pPr marL="0" indent="0" algn="ctr">
              <a:lnSpc>
                <a:spcPts val="1400"/>
              </a:lnSpc>
              <a:spcAft>
                <a:spcPts val="600"/>
              </a:spcAft>
              <a:buNone/>
            </a:pPr>
            <a:endParaRPr lang="en-US" sz="2200" dirty="0"/>
          </a:p>
          <a:p>
            <a:pPr marL="0" indent="0" algn="ctr">
              <a:lnSpc>
                <a:spcPts val="1400"/>
              </a:lnSpc>
              <a:spcAft>
                <a:spcPts val="600"/>
              </a:spcAft>
              <a:buNone/>
            </a:pPr>
            <a:r>
              <a:rPr lang="en-US" sz="2200" dirty="0" err="1"/>
              <a:t>Eén</a:t>
            </a:r>
            <a:r>
              <a:rPr lang="en-US" sz="2200" dirty="0"/>
              <a:t> </a:t>
            </a:r>
            <a:r>
              <a:rPr lang="en-US" sz="2200" dirty="0" err="1"/>
              <a:t>diploïde</a:t>
            </a:r>
            <a:r>
              <a:rPr lang="en-US" sz="2200" dirty="0"/>
              <a:t> (2n) </a:t>
            </a:r>
            <a:r>
              <a:rPr lang="en-US" sz="2200" dirty="0" err="1"/>
              <a:t>moedercel</a:t>
            </a:r>
            <a:endParaRPr lang="en-US" sz="2200" dirty="0"/>
          </a:p>
          <a:p>
            <a:pPr marL="0" indent="0" algn="ctr">
              <a:lnSpc>
                <a:spcPts val="1400"/>
              </a:lnSpc>
              <a:spcAft>
                <a:spcPts val="600"/>
              </a:spcAft>
              <a:buNone/>
            </a:pPr>
            <a:r>
              <a:rPr lang="en-US" sz="2200" dirty="0"/>
              <a:t>↓</a:t>
            </a:r>
          </a:p>
          <a:p>
            <a:pPr marL="0" indent="0" algn="ctr">
              <a:lnSpc>
                <a:spcPts val="1400"/>
              </a:lnSpc>
              <a:spcAft>
                <a:spcPts val="600"/>
              </a:spcAft>
              <a:buNone/>
            </a:pPr>
            <a:r>
              <a:rPr lang="en-US" sz="2200" dirty="0"/>
              <a:t>Vier </a:t>
            </a:r>
            <a:r>
              <a:rPr lang="en-US" sz="2200" dirty="0" err="1"/>
              <a:t>haploïde</a:t>
            </a:r>
            <a:r>
              <a:rPr lang="en-US" sz="2200" dirty="0"/>
              <a:t> (n) </a:t>
            </a:r>
            <a:r>
              <a:rPr lang="en-US" sz="2200" dirty="0" err="1"/>
              <a:t>dochtercellen</a:t>
            </a:r>
            <a:endParaRPr lang="en-US" sz="22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177</a:t>
            </a:r>
          </a:p>
        </p:txBody>
      </p:sp>
    </p:spTree>
    <p:extLst>
      <p:ext uri="{BB962C8B-B14F-4D97-AF65-F5344CB8AC3E}">
        <p14:creationId xmlns:p14="http://schemas.microsoft.com/office/powerpoint/2010/main" val="171092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2.4.1 Eerste </a:t>
            </a:r>
            <a:r>
              <a:rPr lang="nl-NL" sz="2400" b="1" dirty="0" err="1">
                <a:solidFill>
                  <a:srgbClr val="FF5966"/>
                </a:solidFill>
                <a:latin typeface="Noto Sans" panose="020B0502040504020204" pitchFamily="34" charset="0"/>
                <a:ea typeface="Noto Sans" panose="020B0502040504020204" pitchFamily="34" charset="0"/>
                <a:cs typeface="Noto Sans" panose="020B0502040504020204" pitchFamily="34" charset="0"/>
              </a:rPr>
              <a:t>meiotische</a:t>
            </a: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deling</a:t>
            </a:r>
          </a:p>
          <a:p>
            <a:pPr marL="0" indent="0">
              <a:lnSpc>
                <a:spcPts val="1400"/>
              </a:lnSpc>
              <a:spcAft>
                <a:spcPts val="600"/>
              </a:spcAft>
              <a:buNone/>
            </a:pPr>
            <a:r>
              <a:rPr lang="nl-BE" sz="2400" dirty="0" err="1">
                <a:solidFill>
                  <a:srgbClr val="75D6DB"/>
                </a:solidFill>
                <a:latin typeface="Noto Sans" panose="020B0502040504020204" pitchFamily="34" charset="0"/>
                <a:ea typeface="Noto Sans" panose="020B0502040504020204" pitchFamily="34" charset="0"/>
                <a:cs typeface="Noto Sans" panose="020B0502040504020204" pitchFamily="34" charset="0"/>
              </a:rPr>
              <a:t>Profase</a:t>
            </a: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 1</a:t>
            </a:r>
          </a:p>
          <a:p>
            <a:pPr marL="0" indent="0">
              <a:lnSpc>
                <a:spcPts val="1400"/>
              </a:lnSpc>
              <a:spcAft>
                <a:spcPts val="600"/>
              </a:spcAft>
              <a:buNone/>
            </a:pPr>
            <a:r>
              <a:rPr lang="en-US" sz="2200" b="1" dirty="0" err="1">
                <a:solidFill>
                  <a:srgbClr val="00B050"/>
                </a:solidFill>
              </a:rPr>
              <a:t>Profase</a:t>
            </a:r>
            <a:r>
              <a:rPr lang="en-US" sz="2200" b="1" dirty="0">
                <a:solidFill>
                  <a:srgbClr val="00B050"/>
                </a:solidFill>
              </a:rPr>
              <a:t> 1</a:t>
            </a:r>
          </a:p>
          <a:p>
            <a:pPr>
              <a:lnSpc>
                <a:spcPts val="1400"/>
              </a:lnSpc>
              <a:spcAft>
                <a:spcPts val="600"/>
              </a:spcAft>
            </a:pPr>
            <a:r>
              <a:rPr lang="en-US" sz="2200" dirty="0" err="1"/>
              <a:t>Chromatinevezels</a:t>
            </a:r>
            <a:r>
              <a:rPr lang="en-US" sz="2200" dirty="0"/>
              <a:t> </a:t>
            </a:r>
            <a:r>
              <a:rPr lang="en-US" sz="2200" dirty="0" err="1"/>
              <a:t>spiraliseren</a:t>
            </a:r>
            <a:r>
              <a:rPr lang="en-US" sz="2200" dirty="0"/>
              <a:t> </a:t>
            </a:r>
            <a:r>
              <a:rPr lang="en-US" sz="2200" dirty="0" err="1"/>
              <a:t>en</a:t>
            </a:r>
            <a:r>
              <a:rPr lang="en-US" sz="2200" dirty="0"/>
              <a:t> </a:t>
            </a:r>
            <a:r>
              <a:rPr lang="en-US" sz="2200" dirty="0" err="1"/>
              <a:t>condenseren</a:t>
            </a:r>
            <a:r>
              <a:rPr lang="en-US" sz="2200" dirty="0"/>
              <a:t> tot </a:t>
            </a:r>
            <a:r>
              <a:rPr lang="en-US" sz="2200" dirty="0" err="1"/>
              <a:t>delingschromosomen</a:t>
            </a:r>
            <a:endParaRPr lang="en-US" sz="2200" dirty="0"/>
          </a:p>
          <a:p>
            <a:pPr>
              <a:lnSpc>
                <a:spcPts val="1400"/>
              </a:lnSpc>
              <a:spcAft>
                <a:spcPts val="600"/>
              </a:spcAft>
            </a:pPr>
            <a:r>
              <a:rPr lang="en-US" sz="2200" dirty="0" err="1"/>
              <a:t>Kernmembraan</a:t>
            </a:r>
            <a:r>
              <a:rPr lang="en-US" sz="2200" dirty="0"/>
              <a:t> </a:t>
            </a:r>
            <a:r>
              <a:rPr lang="en-US" sz="2200" dirty="0" err="1"/>
              <a:t>verdwijnt</a:t>
            </a:r>
            <a:endParaRPr lang="en-US" sz="2200" dirty="0"/>
          </a:p>
          <a:p>
            <a:pPr>
              <a:lnSpc>
                <a:spcPts val="1400"/>
              </a:lnSpc>
              <a:spcAft>
                <a:spcPts val="600"/>
              </a:spcAft>
            </a:pPr>
            <a:r>
              <a:rPr lang="en-US" sz="2200" dirty="0" err="1"/>
              <a:t>Delingschromosomen</a:t>
            </a:r>
            <a:r>
              <a:rPr lang="en-US" sz="2200" dirty="0"/>
              <a:t> </a:t>
            </a:r>
            <a:r>
              <a:rPr lang="en-US" sz="2200" dirty="0" err="1"/>
              <a:t>vrij</a:t>
            </a:r>
            <a:r>
              <a:rPr lang="en-US" sz="2200" dirty="0"/>
              <a:t> in het </a:t>
            </a:r>
            <a:r>
              <a:rPr lang="en-US" sz="2200" dirty="0" err="1"/>
              <a:t>cytoplasma</a:t>
            </a:r>
            <a:endParaRPr lang="en-US" sz="2200" dirty="0"/>
          </a:p>
          <a:p>
            <a:pPr>
              <a:lnSpc>
                <a:spcPts val="1400"/>
              </a:lnSpc>
              <a:spcAft>
                <a:spcPts val="600"/>
              </a:spcAft>
            </a:pPr>
            <a:r>
              <a:rPr lang="en-US" sz="2200" dirty="0" err="1"/>
              <a:t>Centriolenparen</a:t>
            </a:r>
            <a:r>
              <a:rPr lang="en-US" sz="2200" dirty="0"/>
              <a:t> </a:t>
            </a:r>
            <a:r>
              <a:rPr lang="en-US" sz="2200" dirty="0" err="1"/>
              <a:t>bewegen</a:t>
            </a:r>
            <a:r>
              <a:rPr lang="en-US" sz="2200" dirty="0"/>
              <a:t> </a:t>
            </a:r>
            <a:r>
              <a:rPr lang="en-US" sz="2200" dirty="0" err="1"/>
              <a:t>uit</a:t>
            </a:r>
            <a:r>
              <a:rPr lang="en-US" sz="2200" dirty="0"/>
              <a:t> </a:t>
            </a:r>
            <a:r>
              <a:rPr lang="en-US" sz="2200" dirty="0" err="1"/>
              <a:t>elkaar</a:t>
            </a:r>
            <a:r>
              <a:rPr lang="en-US" sz="2200" dirty="0"/>
              <a:t> </a:t>
            </a:r>
            <a:r>
              <a:rPr lang="en-US" sz="2200" dirty="0" err="1"/>
              <a:t>naar</a:t>
            </a:r>
            <a:r>
              <a:rPr lang="en-US" sz="2200" dirty="0"/>
              <a:t> de twee </a:t>
            </a:r>
            <a:r>
              <a:rPr lang="en-US" sz="2200" dirty="0" err="1"/>
              <a:t>celpolen</a:t>
            </a:r>
            <a:endParaRPr lang="en-US" sz="2200" dirty="0"/>
          </a:p>
          <a:p>
            <a:pPr>
              <a:lnSpc>
                <a:spcPts val="1400"/>
              </a:lnSpc>
              <a:spcAft>
                <a:spcPts val="600"/>
              </a:spcAft>
            </a:pPr>
            <a:r>
              <a:rPr lang="en-US" sz="2200" dirty="0" err="1"/>
              <a:t>Vorming</a:t>
            </a:r>
            <a:r>
              <a:rPr lang="en-US" sz="2200" dirty="0"/>
              <a:t> </a:t>
            </a:r>
            <a:r>
              <a:rPr lang="en-US" sz="2200" dirty="0" err="1"/>
              <a:t>spoelfiguur</a:t>
            </a:r>
            <a:r>
              <a:rPr lang="en-US" sz="2200" dirty="0"/>
              <a:t> </a:t>
            </a:r>
            <a:r>
              <a:rPr lang="en-US" sz="2200" dirty="0" err="1"/>
              <a:t>uit</a:t>
            </a:r>
            <a:r>
              <a:rPr lang="en-US" sz="2200" dirty="0"/>
              <a:t> </a:t>
            </a:r>
            <a:r>
              <a:rPr lang="en-US" sz="2200" dirty="0" err="1"/>
              <a:t>microtubuli</a:t>
            </a:r>
            <a:endParaRPr lang="en-US" sz="2200" dirty="0"/>
          </a:p>
          <a:p>
            <a:pPr lvl="1">
              <a:lnSpc>
                <a:spcPts val="1400"/>
              </a:lnSpc>
              <a:spcAft>
                <a:spcPts val="600"/>
              </a:spcAft>
            </a:pPr>
            <a:r>
              <a:rPr lang="en-US" sz="1800" dirty="0" err="1"/>
              <a:t>trekdraden</a:t>
            </a:r>
            <a:r>
              <a:rPr lang="en-US" sz="1800" dirty="0"/>
              <a:t> </a:t>
            </a:r>
            <a:r>
              <a:rPr lang="en-US" sz="1800" dirty="0" err="1"/>
              <a:t>verbinden</a:t>
            </a:r>
            <a:r>
              <a:rPr lang="en-US" sz="1800" dirty="0"/>
              <a:t> met het </a:t>
            </a:r>
            <a:r>
              <a:rPr lang="en-US" sz="1800" dirty="0" err="1"/>
              <a:t>centromeer</a:t>
            </a:r>
            <a:endParaRPr lang="en-US" sz="1800" dirty="0"/>
          </a:p>
          <a:p>
            <a:pPr lvl="1">
              <a:lnSpc>
                <a:spcPts val="1400"/>
              </a:lnSpc>
              <a:spcAft>
                <a:spcPts val="600"/>
              </a:spcAft>
            </a:pPr>
            <a:r>
              <a:rPr lang="en-US" sz="1800" dirty="0"/>
              <a:t>overage </a:t>
            </a:r>
            <a:r>
              <a:rPr lang="en-US" sz="1800" dirty="0" err="1"/>
              <a:t>draden</a:t>
            </a:r>
            <a:r>
              <a:rPr lang="en-US" sz="1800" dirty="0"/>
              <a:t>: </a:t>
            </a:r>
            <a:r>
              <a:rPr lang="en-US" sz="1800" dirty="0" err="1"/>
              <a:t>steundraden</a:t>
            </a:r>
            <a:endParaRPr lang="en-US" sz="18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177 + 178</a:t>
            </a:r>
          </a:p>
        </p:txBody>
      </p:sp>
      <p:pic>
        <p:nvPicPr>
          <p:cNvPr id="6" name="Afbeelding 5">
            <a:extLst>
              <a:ext uri="{FF2B5EF4-FFF2-40B4-BE49-F238E27FC236}">
                <a16:creationId xmlns:a16="http://schemas.microsoft.com/office/drawing/2014/main" id="{4444C417-56B2-4903-5F63-E724DEFCF335}"/>
              </a:ext>
            </a:extLst>
          </p:cNvPr>
          <p:cNvPicPr>
            <a:picLocks noChangeAspect="1"/>
          </p:cNvPicPr>
          <p:nvPr/>
        </p:nvPicPr>
        <p:blipFill>
          <a:blip r:embed="rId2"/>
          <a:stretch>
            <a:fillRect/>
          </a:stretch>
        </p:blipFill>
        <p:spPr>
          <a:xfrm>
            <a:off x="8533487" y="1685681"/>
            <a:ext cx="3000985" cy="3240000"/>
          </a:xfrm>
          <a:prstGeom prst="rect">
            <a:avLst/>
          </a:prstGeom>
        </p:spPr>
      </p:pic>
    </p:spTree>
    <p:extLst>
      <p:ext uri="{BB962C8B-B14F-4D97-AF65-F5344CB8AC3E}">
        <p14:creationId xmlns:p14="http://schemas.microsoft.com/office/powerpoint/2010/main" val="240419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2.4.1 Eerste </a:t>
            </a:r>
            <a:r>
              <a:rPr lang="nl-NL" sz="2400" b="1" dirty="0" err="1">
                <a:solidFill>
                  <a:srgbClr val="FF5966"/>
                </a:solidFill>
                <a:latin typeface="Noto Sans" panose="020B0502040504020204" pitchFamily="34" charset="0"/>
                <a:ea typeface="Noto Sans" panose="020B0502040504020204" pitchFamily="34" charset="0"/>
                <a:cs typeface="Noto Sans" panose="020B0502040504020204" pitchFamily="34" charset="0"/>
              </a:rPr>
              <a:t>meiotische</a:t>
            </a: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deling</a:t>
            </a:r>
          </a:p>
          <a:p>
            <a:pPr marL="0" indent="0">
              <a:lnSpc>
                <a:spcPts val="1400"/>
              </a:lnSpc>
              <a:spcAft>
                <a:spcPts val="600"/>
              </a:spcAft>
              <a:buNone/>
            </a:pPr>
            <a:r>
              <a:rPr lang="nl-BE" sz="2400" dirty="0" err="1">
                <a:solidFill>
                  <a:srgbClr val="75D6DB"/>
                </a:solidFill>
                <a:latin typeface="Noto Sans" panose="020B0502040504020204" pitchFamily="34" charset="0"/>
                <a:ea typeface="Noto Sans" panose="020B0502040504020204" pitchFamily="34" charset="0"/>
                <a:cs typeface="Noto Sans" panose="020B0502040504020204" pitchFamily="34" charset="0"/>
              </a:rPr>
              <a:t>Profase</a:t>
            </a: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 1</a:t>
            </a:r>
          </a:p>
          <a:p>
            <a:pPr marL="0" indent="0">
              <a:lnSpc>
                <a:spcPts val="1400"/>
              </a:lnSpc>
              <a:spcAft>
                <a:spcPts val="600"/>
              </a:spcAft>
              <a:buNone/>
            </a:pPr>
            <a:r>
              <a:rPr lang="en-US" sz="2200" b="1" dirty="0" err="1">
                <a:solidFill>
                  <a:srgbClr val="00B050"/>
                </a:solidFill>
              </a:rPr>
              <a:t>Profase</a:t>
            </a:r>
            <a:r>
              <a:rPr lang="en-US" sz="2200" b="1" dirty="0">
                <a:solidFill>
                  <a:srgbClr val="00B050"/>
                </a:solidFill>
              </a:rPr>
              <a:t> 1</a:t>
            </a:r>
          </a:p>
          <a:p>
            <a:pPr>
              <a:lnSpc>
                <a:spcPts val="1400"/>
              </a:lnSpc>
              <a:spcAft>
                <a:spcPts val="600"/>
              </a:spcAft>
            </a:pPr>
            <a:r>
              <a:rPr lang="en-US" sz="2200" dirty="0" err="1"/>
              <a:t>Homologe</a:t>
            </a:r>
            <a:r>
              <a:rPr lang="en-US" sz="2200" dirty="0"/>
              <a:t> </a:t>
            </a:r>
            <a:r>
              <a:rPr lang="en-US" sz="2200" dirty="0" err="1"/>
              <a:t>delingschromosomenpaeren</a:t>
            </a:r>
            <a:r>
              <a:rPr lang="en-US" sz="2200" dirty="0"/>
              <a:t> </a:t>
            </a:r>
            <a:r>
              <a:rPr lang="en-US" sz="2200" dirty="0" err="1"/>
              <a:t>kruisen</a:t>
            </a:r>
            <a:endParaRPr lang="en-US" sz="2200" dirty="0"/>
          </a:p>
          <a:p>
            <a:pPr>
              <a:lnSpc>
                <a:spcPts val="1400"/>
              </a:lnSpc>
              <a:spcAft>
                <a:spcPts val="600"/>
              </a:spcAft>
            </a:pPr>
            <a:r>
              <a:rPr lang="en-US" sz="2200" dirty="0" err="1"/>
              <a:t>Wisselen</a:t>
            </a:r>
            <a:r>
              <a:rPr lang="en-US" sz="2200" dirty="0"/>
              <a:t> </a:t>
            </a:r>
            <a:r>
              <a:rPr lang="en-US" sz="2200" dirty="0" err="1"/>
              <a:t>stukjes</a:t>
            </a:r>
            <a:r>
              <a:rPr lang="en-US" sz="2200" dirty="0"/>
              <a:t> </a:t>
            </a:r>
            <a:r>
              <a:rPr lang="en-US" sz="2200" dirty="0" err="1"/>
              <a:t>uit</a:t>
            </a:r>
            <a:r>
              <a:rPr lang="en-US" sz="2200" dirty="0"/>
              <a:t> met </a:t>
            </a:r>
            <a:r>
              <a:rPr lang="en-US" sz="2200" dirty="0" err="1"/>
              <a:t>elkaar</a:t>
            </a:r>
            <a:endParaRPr lang="en-US" sz="2200" dirty="0"/>
          </a:p>
          <a:p>
            <a:pPr>
              <a:lnSpc>
                <a:spcPts val="1400"/>
              </a:lnSpc>
              <a:spcAft>
                <a:spcPts val="600"/>
              </a:spcAft>
            </a:pPr>
            <a:r>
              <a:rPr lang="en-US" sz="2200" b="1" dirty="0">
                <a:solidFill>
                  <a:srgbClr val="00B050"/>
                </a:solidFill>
              </a:rPr>
              <a:t>Chiasma</a:t>
            </a:r>
            <a:r>
              <a:rPr lang="en-US" sz="2200" dirty="0"/>
              <a:t>: </a:t>
            </a:r>
            <a:r>
              <a:rPr lang="en-US" sz="2200" dirty="0" err="1"/>
              <a:t>contactplaats</a:t>
            </a:r>
            <a:endParaRPr lang="en-US" sz="2200" dirty="0"/>
          </a:p>
          <a:p>
            <a:pPr>
              <a:lnSpc>
                <a:spcPts val="1400"/>
              </a:lnSpc>
              <a:spcAft>
                <a:spcPts val="600"/>
              </a:spcAft>
            </a:pPr>
            <a:r>
              <a:rPr lang="en-US" sz="2200" b="1" dirty="0">
                <a:solidFill>
                  <a:srgbClr val="00B050"/>
                </a:solidFill>
              </a:rPr>
              <a:t>Crossing-over</a:t>
            </a:r>
          </a:p>
          <a:p>
            <a:pPr lvl="1">
              <a:lnSpc>
                <a:spcPts val="1400"/>
              </a:lnSpc>
              <a:spcAft>
                <a:spcPts val="600"/>
              </a:spcAft>
            </a:pPr>
            <a:r>
              <a:rPr lang="en-US" sz="1800" dirty="0" err="1"/>
              <a:t>nieuwe</a:t>
            </a:r>
            <a:r>
              <a:rPr lang="en-US" sz="1800" dirty="0"/>
              <a:t> </a:t>
            </a:r>
            <a:r>
              <a:rPr lang="en-US" sz="1800" dirty="0" err="1"/>
              <a:t>unieke</a:t>
            </a:r>
            <a:r>
              <a:rPr lang="en-US" sz="1800" dirty="0"/>
              <a:t> </a:t>
            </a:r>
            <a:r>
              <a:rPr lang="en-US" sz="1800" dirty="0" err="1"/>
              <a:t>samenstelling</a:t>
            </a:r>
            <a:r>
              <a:rPr lang="en-US" sz="1800" dirty="0"/>
              <a:t> </a:t>
            </a:r>
            <a:r>
              <a:rPr lang="en-US" sz="1800" dirty="0" err="1"/>
              <a:t>chromatiden</a:t>
            </a:r>
            <a:endParaRPr lang="en-US" sz="1800" dirty="0"/>
          </a:p>
          <a:p>
            <a:pPr lvl="1">
              <a:lnSpc>
                <a:spcPts val="1400"/>
              </a:lnSpc>
              <a:spcAft>
                <a:spcPts val="600"/>
              </a:spcAft>
            </a:pPr>
            <a:r>
              <a:rPr lang="en-US" sz="1800" dirty="0" err="1"/>
              <a:t>diversiteit</a:t>
            </a:r>
            <a:r>
              <a:rPr lang="en-US" sz="1800" dirty="0"/>
              <a:t> van de </a:t>
            </a:r>
            <a:r>
              <a:rPr lang="en-US" sz="1800" dirty="0" err="1"/>
              <a:t>soort</a:t>
            </a:r>
            <a:endParaRPr lang="en-US" sz="18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178</a:t>
            </a:r>
          </a:p>
        </p:txBody>
      </p:sp>
      <p:pic>
        <p:nvPicPr>
          <p:cNvPr id="7" name="Afbeelding 6">
            <a:extLst>
              <a:ext uri="{FF2B5EF4-FFF2-40B4-BE49-F238E27FC236}">
                <a16:creationId xmlns:a16="http://schemas.microsoft.com/office/drawing/2014/main" id="{0A5E2995-5B59-405E-665D-3AF3E2C51D7C}"/>
              </a:ext>
            </a:extLst>
          </p:cNvPr>
          <p:cNvPicPr>
            <a:picLocks noChangeAspect="1"/>
          </p:cNvPicPr>
          <p:nvPr/>
        </p:nvPicPr>
        <p:blipFill>
          <a:blip r:embed="rId2"/>
          <a:stretch>
            <a:fillRect/>
          </a:stretch>
        </p:blipFill>
        <p:spPr>
          <a:xfrm>
            <a:off x="7243294" y="2968105"/>
            <a:ext cx="4519618" cy="1125608"/>
          </a:xfrm>
          <a:prstGeom prst="rect">
            <a:avLst/>
          </a:prstGeom>
        </p:spPr>
      </p:pic>
    </p:spTree>
    <p:extLst>
      <p:ext uri="{BB962C8B-B14F-4D97-AF65-F5344CB8AC3E}">
        <p14:creationId xmlns:p14="http://schemas.microsoft.com/office/powerpoint/2010/main" val="2816373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32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32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2.4.1 Eerste </a:t>
            </a:r>
            <a:r>
              <a:rPr lang="nl-NL" sz="2400" b="1" dirty="0" err="1">
                <a:solidFill>
                  <a:srgbClr val="FF5966"/>
                </a:solidFill>
                <a:latin typeface="Noto Sans" panose="020B0502040504020204" pitchFamily="34" charset="0"/>
                <a:ea typeface="Noto Sans" panose="020B0502040504020204" pitchFamily="34" charset="0"/>
                <a:cs typeface="Noto Sans" panose="020B0502040504020204" pitchFamily="34" charset="0"/>
              </a:rPr>
              <a:t>meiotische</a:t>
            </a: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deling</a:t>
            </a:r>
          </a:p>
          <a:p>
            <a:pPr marL="0" indent="0">
              <a:lnSpc>
                <a:spcPts val="1400"/>
              </a:lnSpc>
              <a:spcAft>
                <a:spcPts val="600"/>
              </a:spcAft>
              <a:buNone/>
            </a:pP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Metafase 1</a:t>
            </a:r>
          </a:p>
          <a:p>
            <a:pPr marL="0" indent="0">
              <a:lnSpc>
                <a:spcPts val="1400"/>
              </a:lnSpc>
              <a:spcAft>
                <a:spcPts val="600"/>
              </a:spcAft>
              <a:buNone/>
            </a:pPr>
            <a:r>
              <a:rPr lang="en-US" sz="2200" b="1" dirty="0" err="1">
                <a:solidFill>
                  <a:srgbClr val="00B050"/>
                </a:solidFill>
              </a:rPr>
              <a:t>Metafase</a:t>
            </a:r>
            <a:r>
              <a:rPr lang="en-US" sz="2200" b="1" dirty="0">
                <a:solidFill>
                  <a:srgbClr val="00B050"/>
                </a:solidFill>
              </a:rPr>
              <a:t> 1</a:t>
            </a:r>
          </a:p>
          <a:p>
            <a:pPr>
              <a:lnSpc>
                <a:spcPts val="1400"/>
              </a:lnSpc>
              <a:spcAft>
                <a:spcPts val="600"/>
              </a:spcAft>
            </a:pPr>
            <a:r>
              <a:rPr lang="en-US" sz="2200" dirty="0" err="1"/>
              <a:t>Homologe</a:t>
            </a:r>
            <a:r>
              <a:rPr lang="en-US" sz="2200" dirty="0"/>
              <a:t> </a:t>
            </a:r>
            <a:r>
              <a:rPr lang="en-US" sz="2200" dirty="0" err="1"/>
              <a:t>delingschromosomen</a:t>
            </a:r>
            <a:r>
              <a:rPr lang="en-US" sz="2200" dirty="0"/>
              <a:t> per </a:t>
            </a:r>
            <a:r>
              <a:rPr lang="en-US" sz="2200" dirty="0" err="1"/>
              <a:t>paar</a:t>
            </a:r>
            <a:r>
              <a:rPr lang="en-US" sz="2200" dirty="0"/>
              <a:t> in het </a:t>
            </a:r>
            <a:r>
              <a:rPr lang="en-US" sz="2200" dirty="0" err="1"/>
              <a:t>evenaarsvlak</a:t>
            </a:r>
            <a:endParaRPr lang="en-US" sz="2200" dirty="0"/>
          </a:p>
          <a:p>
            <a:pPr>
              <a:lnSpc>
                <a:spcPts val="1400"/>
              </a:lnSpc>
              <a:spcAft>
                <a:spcPts val="600"/>
              </a:spcAft>
            </a:pPr>
            <a:r>
              <a:rPr lang="en-US" sz="2200" dirty="0"/>
              <a:t>Elk </a:t>
            </a:r>
            <a:r>
              <a:rPr lang="en-US" sz="2200" dirty="0" err="1"/>
              <a:t>delingschromosoom</a:t>
            </a:r>
            <a:r>
              <a:rPr lang="en-US" sz="2200" dirty="0"/>
              <a:t> van het </a:t>
            </a:r>
            <a:r>
              <a:rPr lang="en-US" sz="2200" dirty="0" err="1"/>
              <a:t>homologe</a:t>
            </a:r>
            <a:r>
              <a:rPr lang="en-US" sz="2200" dirty="0"/>
              <a:t> </a:t>
            </a:r>
            <a:r>
              <a:rPr lang="en-US" sz="2200" dirty="0" err="1"/>
              <a:t>paar</a:t>
            </a:r>
            <a:r>
              <a:rPr lang="en-US" sz="2200" dirty="0"/>
              <a:t> </a:t>
            </a:r>
            <a:r>
              <a:rPr lang="en-US" sz="2200" dirty="0" err="1"/>
              <a:t>heeft</a:t>
            </a:r>
            <a:r>
              <a:rPr lang="en-US" sz="2200" dirty="0"/>
              <a:t> </a:t>
            </a:r>
            <a:r>
              <a:rPr lang="en-US" sz="2200" dirty="0" err="1"/>
              <a:t>een</a:t>
            </a:r>
            <a:r>
              <a:rPr lang="en-US" sz="2200" dirty="0"/>
              <a:t> </a:t>
            </a:r>
            <a:r>
              <a:rPr lang="en-US" sz="2200" dirty="0" err="1"/>
              <a:t>aparte</a:t>
            </a:r>
            <a:r>
              <a:rPr lang="en-US" sz="2200" dirty="0"/>
              <a:t> </a:t>
            </a:r>
            <a:r>
              <a:rPr lang="en-US" sz="2200" dirty="0" err="1"/>
              <a:t>trekdraad</a:t>
            </a:r>
            <a:endParaRPr lang="en-US" sz="22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178</a:t>
            </a:r>
          </a:p>
        </p:txBody>
      </p:sp>
      <p:pic>
        <p:nvPicPr>
          <p:cNvPr id="7" name="Afbeelding 6">
            <a:extLst>
              <a:ext uri="{FF2B5EF4-FFF2-40B4-BE49-F238E27FC236}">
                <a16:creationId xmlns:a16="http://schemas.microsoft.com/office/drawing/2014/main" id="{698A1BE5-F97B-4784-7D45-D1D56B45894A}"/>
              </a:ext>
            </a:extLst>
          </p:cNvPr>
          <p:cNvPicPr>
            <a:picLocks noChangeAspect="1"/>
          </p:cNvPicPr>
          <p:nvPr/>
        </p:nvPicPr>
        <p:blipFill rotWithShape="1">
          <a:blip r:embed="rId2"/>
          <a:srcRect t="1702"/>
          <a:stretch/>
        </p:blipFill>
        <p:spPr>
          <a:xfrm>
            <a:off x="7887852" y="2169000"/>
            <a:ext cx="3875060" cy="2520000"/>
          </a:xfrm>
          <a:prstGeom prst="rect">
            <a:avLst/>
          </a:prstGeom>
        </p:spPr>
      </p:pic>
    </p:spTree>
    <p:extLst>
      <p:ext uri="{BB962C8B-B14F-4D97-AF65-F5344CB8AC3E}">
        <p14:creationId xmlns:p14="http://schemas.microsoft.com/office/powerpoint/2010/main" val="2787703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32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32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2.4.1 Eerste </a:t>
            </a:r>
            <a:r>
              <a:rPr lang="nl-NL" sz="2400" b="1" dirty="0" err="1">
                <a:solidFill>
                  <a:srgbClr val="FF5966"/>
                </a:solidFill>
                <a:latin typeface="Noto Sans" panose="020B0502040504020204" pitchFamily="34" charset="0"/>
                <a:ea typeface="Noto Sans" panose="020B0502040504020204" pitchFamily="34" charset="0"/>
                <a:cs typeface="Noto Sans" panose="020B0502040504020204" pitchFamily="34" charset="0"/>
              </a:rPr>
              <a:t>meiotische</a:t>
            </a: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deling</a:t>
            </a:r>
          </a:p>
          <a:p>
            <a:pPr marL="0" indent="0">
              <a:lnSpc>
                <a:spcPts val="1400"/>
              </a:lnSpc>
              <a:spcAft>
                <a:spcPts val="600"/>
              </a:spcAft>
              <a:buNone/>
            </a:pP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Anafase 1</a:t>
            </a:r>
          </a:p>
          <a:p>
            <a:pPr marL="0" indent="0">
              <a:lnSpc>
                <a:spcPts val="1400"/>
              </a:lnSpc>
              <a:spcAft>
                <a:spcPts val="600"/>
              </a:spcAft>
              <a:buNone/>
            </a:pPr>
            <a:r>
              <a:rPr lang="en-US" sz="2200" b="1" dirty="0" err="1">
                <a:solidFill>
                  <a:srgbClr val="00B050"/>
                </a:solidFill>
              </a:rPr>
              <a:t>Anafase</a:t>
            </a:r>
            <a:r>
              <a:rPr lang="en-US" sz="2200" b="1" dirty="0">
                <a:solidFill>
                  <a:srgbClr val="00B050"/>
                </a:solidFill>
              </a:rPr>
              <a:t> 1</a:t>
            </a:r>
          </a:p>
          <a:p>
            <a:pPr>
              <a:lnSpc>
                <a:spcPts val="1400"/>
              </a:lnSpc>
              <a:spcAft>
                <a:spcPts val="600"/>
              </a:spcAft>
            </a:pPr>
            <a:r>
              <a:rPr lang="en-US" sz="2200" dirty="0" err="1"/>
              <a:t>Trekdraden</a:t>
            </a:r>
            <a:r>
              <a:rPr lang="en-US" sz="2200" dirty="0"/>
              <a:t> </a:t>
            </a:r>
            <a:r>
              <a:rPr lang="en-US" sz="2200" dirty="0" err="1"/>
              <a:t>verkorten</a:t>
            </a:r>
            <a:endParaRPr lang="en-US" sz="2200" dirty="0"/>
          </a:p>
          <a:p>
            <a:pPr>
              <a:lnSpc>
                <a:spcPts val="1400"/>
              </a:lnSpc>
              <a:spcAft>
                <a:spcPts val="600"/>
              </a:spcAft>
            </a:pPr>
            <a:r>
              <a:rPr lang="en-US" sz="2200" dirty="0" err="1"/>
              <a:t>Delingschromosomen</a:t>
            </a:r>
            <a:r>
              <a:rPr lang="en-US" sz="2200" dirty="0"/>
              <a:t> </a:t>
            </a:r>
            <a:r>
              <a:rPr lang="en-US" sz="2200" dirty="0" err="1"/>
              <a:t>worden</a:t>
            </a:r>
            <a:r>
              <a:rPr lang="en-US" sz="2200" dirty="0"/>
              <a:t> van </a:t>
            </a:r>
            <a:r>
              <a:rPr lang="en-US" sz="2200" dirty="0" err="1"/>
              <a:t>elkaar</a:t>
            </a:r>
            <a:r>
              <a:rPr lang="en-US" sz="2200" dirty="0"/>
              <a:t> </a:t>
            </a:r>
            <a:r>
              <a:rPr lang="en-US" sz="2200" dirty="0" err="1"/>
              <a:t>weggetrokken</a:t>
            </a:r>
            <a:endParaRPr lang="en-US" sz="2200" dirty="0"/>
          </a:p>
          <a:p>
            <a:pPr>
              <a:lnSpc>
                <a:spcPts val="1400"/>
              </a:lnSpc>
              <a:spcAft>
                <a:spcPts val="600"/>
              </a:spcAft>
            </a:pPr>
            <a:r>
              <a:rPr lang="en-US" sz="2200" dirty="0"/>
              <a:t>De </a:t>
            </a:r>
            <a:r>
              <a:rPr lang="en-US" sz="2200" dirty="0" err="1"/>
              <a:t>homologe</a:t>
            </a:r>
            <a:r>
              <a:rPr lang="en-US" sz="2200" dirty="0"/>
              <a:t> </a:t>
            </a:r>
            <a:r>
              <a:rPr lang="en-US" sz="2200" dirty="0" err="1"/>
              <a:t>delingschromosomen</a:t>
            </a:r>
            <a:r>
              <a:rPr lang="en-US" sz="2200" dirty="0"/>
              <a:t> </a:t>
            </a:r>
            <a:r>
              <a:rPr lang="en-US" sz="2200" dirty="0" err="1"/>
              <a:t>worden</a:t>
            </a:r>
            <a:r>
              <a:rPr lang="en-US" sz="2200" dirty="0"/>
              <a:t> </a:t>
            </a:r>
            <a:r>
              <a:rPr lang="en-US" sz="2200" dirty="0" err="1"/>
              <a:t>naar</a:t>
            </a:r>
            <a:r>
              <a:rPr lang="en-US" sz="2200" dirty="0"/>
              <a:t> de </a:t>
            </a:r>
            <a:r>
              <a:rPr lang="en-US" sz="2200" dirty="0" err="1"/>
              <a:t>tegenovergestelde</a:t>
            </a:r>
            <a:r>
              <a:rPr lang="en-US" sz="2200" dirty="0"/>
              <a:t> pool </a:t>
            </a:r>
            <a:r>
              <a:rPr lang="en-US" sz="2200" dirty="0" err="1"/>
              <a:t>getrokken</a:t>
            </a:r>
            <a:endParaRPr lang="en-US" sz="2200" dirty="0"/>
          </a:p>
          <a:p>
            <a:pPr>
              <a:lnSpc>
                <a:spcPts val="1400"/>
              </a:lnSpc>
              <a:spcAft>
                <a:spcPts val="600"/>
              </a:spcAft>
            </a:pPr>
            <a:r>
              <a:rPr lang="en-US" sz="2200" dirty="0" err="1"/>
              <a:t>Willekeurig</a:t>
            </a:r>
            <a:endParaRPr lang="en-US" sz="2200" dirty="0"/>
          </a:p>
          <a:p>
            <a:pPr>
              <a:lnSpc>
                <a:spcPts val="1400"/>
              </a:lnSpc>
              <a:spcAft>
                <a:spcPts val="600"/>
              </a:spcAft>
            </a:pPr>
            <a:r>
              <a:rPr lang="en-US" sz="2200" dirty="0" err="1"/>
              <a:t>Aantal</a:t>
            </a:r>
            <a:r>
              <a:rPr lang="en-US" sz="2200" dirty="0"/>
              <a:t> </a:t>
            </a:r>
            <a:r>
              <a:rPr lang="en-US" sz="2200" dirty="0" err="1"/>
              <a:t>delingschromosomen</a:t>
            </a:r>
            <a:r>
              <a:rPr lang="en-US" sz="2200" dirty="0"/>
              <a:t> </a:t>
            </a:r>
            <a:r>
              <a:rPr lang="en-US" sz="2200" dirty="0" err="1"/>
              <a:t>wordt</a:t>
            </a:r>
            <a:r>
              <a:rPr lang="en-US" sz="2200" dirty="0"/>
              <a:t> </a:t>
            </a:r>
            <a:r>
              <a:rPr lang="en-US" sz="2200" dirty="0" err="1"/>
              <a:t>gelijk</a:t>
            </a:r>
            <a:r>
              <a:rPr lang="en-US" sz="2200" dirty="0"/>
              <a:t> </a:t>
            </a:r>
            <a:r>
              <a:rPr lang="en-US" sz="2200" dirty="0" err="1"/>
              <a:t>verdeeld</a:t>
            </a:r>
            <a:r>
              <a:rPr lang="en-US" sz="2200" dirty="0"/>
              <a:t> over de twee </a:t>
            </a:r>
            <a:r>
              <a:rPr lang="en-US" sz="2200" dirty="0" err="1"/>
              <a:t>celpolen</a:t>
            </a:r>
            <a:endParaRPr lang="en-US" sz="18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178</a:t>
            </a:r>
          </a:p>
        </p:txBody>
      </p:sp>
      <p:pic>
        <p:nvPicPr>
          <p:cNvPr id="6" name="Afbeelding 5">
            <a:extLst>
              <a:ext uri="{FF2B5EF4-FFF2-40B4-BE49-F238E27FC236}">
                <a16:creationId xmlns:a16="http://schemas.microsoft.com/office/drawing/2014/main" id="{C9282321-FCC0-340B-275D-89D98B98BAD3}"/>
              </a:ext>
            </a:extLst>
          </p:cNvPr>
          <p:cNvPicPr>
            <a:picLocks noChangeAspect="1"/>
          </p:cNvPicPr>
          <p:nvPr/>
        </p:nvPicPr>
        <p:blipFill>
          <a:blip r:embed="rId2"/>
          <a:stretch>
            <a:fillRect/>
          </a:stretch>
        </p:blipFill>
        <p:spPr>
          <a:xfrm>
            <a:off x="8866911" y="1814287"/>
            <a:ext cx="2744071" cy="3060000"/>
          </a:xfrm>
          <a:prstGeom prst="rect">
            <a:avLst/>
          </a:prstGeom>
        </p:spPr>
      </p:pic>
    </p:spTree>
    <p:extLst>
      <p:ext uri="{BB962C8B-B14F-4D97-AF65-F5344CB8AC3E}">
        <p14:creationId xmlns:p14="http://schemas.microsoft.com/office/powerpoint/2010/main" val="4200623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36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36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2.4.1 Eerste </a:t>
            </a:r>
            <a:r>
              <a:rPr lang="nl-NL" sz="2400" b="1" dirty="0" err="1">
                <a:solidFill>
                  <a:srgbClr val="FF5966"/>
                </a:solidFill>
                <a:latin typeface="Noto Sans" panose="020B0502040504020204" pitchFamily="34" charset="0"/>
                <a:ea typeface="Noto Sans" panose="020B0502040504020204" pitchFamily="34" charset="0"/>
                <a:cs typeface="Noto Sans" panose="020B0502040504020204" pitchFamily="34" charset="0"/>
              </a:rPr>
              <a:t>meiotische</a:t>
            </a: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deling</a:t>
            </a:r>
          </a:p>
          <a:p>
            <a:pPr marL="0" indent="0">
              <a:lnSpc>
                <a:spcPts val="1400"/>
              </a:lnSpc>
              <a:spcAft>
                <a:spcPts val="600"/>
              </a:spcAft>
              <a:buNone/>
            </a:pPr>
            <a:r>
              <a:rPr lang="nl-BE" sz="2400" dirty="0" err="1">
                <a:solidFill>
                  <a:srgbClr val="75D6DB"/>
                </a:solidFill>
                <a:latin typeface="Noto Sans" panose="020B0502040504020204" pitchFamily="34" charset="0"/>
                <a:ea typeface="Noto Sans" panose="020B0502040504020204" pitchFamily="34" charset="0"/>
                <a:cs typeface="Noto Sans" panose="020B0502040504020204" pitchFamily="34" charset="0"/>
              </a:rPr>
              <a:t>Telofase</a:t>
            </a: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 1</a:t>
            </a:r>
          </a:p>
          <a:p>
            <a:pPr marL="0" indent="0">
              <a:lnSpc>
                <a:spcPts val="1400"/>
              </a:lnSpc>
              <a:spcAft>
                <a:spcPts val="600"/>
              </a:spcAft>
              <a:buNone/>
            </a:pPr>
            <a:r>
              <a:rPr lang="en-US" sz="2200" b="1" dirty="0" err="1">
                <a:solidFill>
                  <a:srgbClr val="00B050"/>
                </a:solidFill>
              </a:rPr>
              <a:t>Telofase</a:t>
            </a:r>
            <a:r>
              <a:rPr lang="en-US" sz="2200" b="1" dirty="0">
                <a:solidFill>
                  <a:srgbClr val="00B050"/>
                </a:solidFill>
              </a:rPr>
              <a:t> 1</a:t>
            </a:r>
          </a:p>
          <a:p>
            <a:pPr>
              <a:lnSpc>
                <a:spcPts val="1400"/>
              </a:lnSpc>
              <a:spcAft>
                <a:spcPts val="600"/>
              </a:spcAft>
            </a:pPr>
            <a:r>
              <a:rPr lang="en-US" sz="2200" dirty="0"/>
              <a:t>Korte </a:t>
            </a:r>
            <a:r>
              <a:rPr lang="en-US" sz="2200" dirty="0" err="1"/>
              <a:t>fase</a:t>
            </a:r>
            <a:endParaRPr lang="en-US" sz="2200" dirty="0"/>
          </a:p>
          <a:p>
            <a:pPr>
              <a:lnSpc>
                <a:spcPts val="1400"/>
              </a:lnSpc>
              <a:spcAft>
                <a:spcPts val="600"/>
              </a:spcAft>
            </a:pPr>
            <a:r>
              <a:rPr lang="en-US" sz="2200" dirty="0" err="1"/>
              <a:t>Spoelfiguur</a:t>
            </a:r>
            <a:r>
              <a:rPr lang="en-US" sz="2200" dirty="0"/>
              <a:t> </a:t>
            </a:r>
            <a:r>
              <a:rPr lang="en-US" sz="2200" dirty="0" err="1"/>
              <a:t>verdwijnt</a:t>
            </a:r>
            <a:endParaRPr lang="en-US" sz="2200" dirty="0"/>
          </a:p>
          <a:p>
            <a:pPr>
              <a:lnSpc>
                <a:spcPts val="1400"/>
              </a:lnSpc>
              <a:spcAft>
                <a:spcPts val="600"/>
              </a:spcAft>
            </a:pPr>
            <a:r>
              <a:rPr lang="en-US" sz="2200" dirty="0" err="1"/>
              <a:t>Cel</a:t>
            </a:r>
            <a:r>
              <a:rPr lang="en-US" sz="2200" dirty="0"/>
              <a:t> </a:t>
            </a:r>
            <a:r>
              <a:rPr lang="en-US" sz="2200" dirty="0" err="1"/>
              <a:t>maakt</a:t>
            </a:r>
            <a:r>
              <a:rPr lang="en-US" sz="2200" dirty="0"/>
              <a:t> </a:t>
            </a:r>
            <a:r>
              <a:rPr lang="en-US" sz="2200" dirty="0" err="1"/>
              <a:t>zich</a:t>
            </a:r>
            <a:r>
              <a:rPr lang="en-US" sz="2200" dirty="0"/>
              <a:t> </a:t>
            </a:r>
            <a:r>
              <a:rPr lang="en-US" sz="2200" dirty="0" err="1"/>
              <a:t>klaar</a:t>
            </a:r>
            <a:r>
              <a:rPr lang="en-US" sz="2200" dirty="0"/>
              <a:t> om </a:t>
            </a:r>
            <a:r>
              <a:rPr lang="en-US" sz="2200" dirty="0" err="1"/>
              <a:t>opnieuw</a:t>
            </a:r>
            <a:r>
              <a:rPr lang="en-US" sz="2200" dirty="0"/>
              <a:t> </a:t>
            </a:r>
            <a:r>
              <a:rPr lang="en-US" sz="2200" dirty="0" err="1"/>
              <a:t>te</a:t>
            </a:r>
            <a:r>
              <a:rPr lang="en-US" sz="2200" dirty="0"/>
              <a:t> </a:t>
            </a:r>
            <a:r>
              <a:rPr lang="en-US" sz="2200" dirty="0" err="1"/>
              <a:t>splitsen</a:t>
            </a:r>
            <a:endParaRPr lang="en-US" sz="2200" dirty="0"/>
          </a:p>
          <a:p>
            <a:pPr marL="0" indent="0">
              <a:lnSpc>
                <a:spcPts val="1400"/>
              </a:lnSpc>
              <a:spcAft>
                <a:spcPts val="600"/>
              </a:spcAft>
              <a:buNone/>
            </a:pPr>
            <a:r>
              <a:rPr lang="en-US" sz="2200" b="1" dirty="0" err="1">
                <a:solidFill>
                  <a:srgbClr val="00B050"/>
                </a:solidFill>
              </a:rPr>
              <a:t>Cytokinese</a:t>
            </a:r>
            <a:endParaRPr lang="en-US" sz="2200" b="1" dirty="0">
              <a:solidFill>
                <a:srgbClr val="00B050"/>
              </a:solidFill>
            </a:endParaRPr>
          </a:p>
          <a:p>
            <a:pPr>
              <a:lnSpc>
                <a:spcPts val="1400"/>
              </a:lnSpc>
              <a:spcAft>
                <a:spcPts val="600"/>
              </a:spcAft>
            </a:pPr>
            <a:r>
              <a:rPr lang="en-US" sz="2200" dirty="0" err="1"/>
              <a:t>Insnoering</a:t>
            </a:r>
            <a:r>
              <a:rPr lang="en-US" sz="2200" dirty="0"/>
              <a:t> </a:t>
            </a:r>
            <a:r>
              <a:rPr lang="en-US" sz="2200" dirty="0" err="1"/>
              <a:t>celmembraan</a:t>
            </a:r>
            <a:r>
              <a:rPr lang="en-US" sz="2200" dirty="0"/>
              <a:t> </a:t>
            </a:r>
            <a:r>
              <a:rPr lang="en-US" sz="2200" dirty="0" err="1"/>
              <a:t>ter</a:t>
            </a:r>
            <a:r>
              <a:rPr lang="en-US" sz="2200" dirty="0"/>
              <a:t> </a:t>
            </a:r>
            <a:r>
              <a:rPr lang="en-US" sz="2200" dirty="0" err="1"/>
              <a:t>hoogte</a:t>
            </a:r>
            <a:r>
              <a:rPr lang="en-US" sz="2200" dirty="0"/>
              <a:t> van het </a:t>
            </a:r>
            <a:r>
              <a:rPr lang="en-US" sz="2200" dirty="0" err="1"/>
              <a:t>evenaarsvlak</a:t>
            </a:r>
            <a:endParaRPr lang="en-US" sz="2200" dirty="0"/>
          </a:p>
          <a:p>
            <a:pPr>
              <a:lnSpc>
                <a:spcPts val="1400"/>
              </a:lnSpc>
              <a:spcAft>
                <a:spcPts val="600"/>
              </a:spcAft>
            </a:pPr>
            <a:r>
              <a:rPr lang="en-US" sz="2200" dirty="0"/>
              <a:t>Twee </a:t>
            </a:r>
            <a:r>
              <a:rPr lang="en-US" sz="2200" dirty="0" err="1"/>
              <a:t>cellen</a:t>
            </a:r>
            <a:r>
              <a:rPr lang="en-US" sz="2200" dirty="0"/>
              <a:t> (n)</a:t>
            </a:r>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178 + 179</a:t>
            </a:r>
          </a:p>
        </p:txBody>
      </p:sp>
      <p:pic>
        <p:nvPicPr>
          <p:cNvPr id="6" name="Afbeelding 5">
            <a:extLst>
              <a:ext uri="{FF2B5EF4-FFF2-40B4-BE49-F238E27FC236}">
                <a16:creationId xmlns:a16="http://schemas.microsoft.com/office/drawing/2014/main" id="{14E5F866-EFB6-1865-37BC-72BFB1EF3500}"/>
              </a:ext>
            </a:extLst>
          </p:cNvPr>
          <p:cNvPicPr>
            <a:picLocks noChangeAspect="1"/>
          </p:cNvPicPr>
          <p:nvPr/>
        </p:nvPicPr>
        <p:blipFill>
          <a:blip r:embed="rId2"/>
          <a:stretch>
            <a:fillRect/>
          </a:stretch>
        </p:blipFill>
        <p:spPr>
          <a:xfrm>
            <a:off x="7560403" y="2349000"/>
            <a:ext cx="4202509" cy="2160000"/>
          </a:xfrm>
          <a:prstGeom prst="rect">
            <a:avLst/>
          </a:prstGeom>
        </p:spPr>
      </p:pic>
    </p:spTree>
    <p:extLst>
      <p:ext uri="{BB962C8B-B14F-4D97-AF65-F5344CB8AC3E}">
        <p14:creationId xmlns:p14="http://schemas.microsoft.com/office/powerpoint/2010/main" val="1705901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28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2.4.2 Tweede </a:t>
            </a:r>
            <a:r>
              <a:rPr lang="nl-NL" sz="2400" b="1" dirty="0" err="1">
                <a:solidFill>
                  <a:srgbClr val="FF5966"/>
                </a:solidFill>
                <a:latin typeface="Noto Sans" panose="020B0502040504020204" pitchFamily="34" charset="0"/>
                <a:ea typeface="Noto Sans" panose="020B0502040504020204" pitchFamily="34" charset="0"/>
                <a:cs typeface="Noto Sans" panose="020B0502040504020204" pitchFamily="34" charset="0"/>
              </a:rPr>
              <a:t>meiotische</a:t>
            </a: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deling</a:t>
            </a:r>
          </a:p>
          <a:p>
            <a:pPr marL="0" indent="0">
              <a:lnSpc>
                <a:spcPts val="1400"/>
              </a:lnSpc>
              <a:spcAft>
                <a:spcPts val="600"/>
              </a:spcAft>
              <a:buNone/>
            </a:pPr>
            <a:r>
              <a:rPr lang="nl-BE" sz="2400" dirty="0" err="1">
                <a:solidFill>
                  <a:srgbClr val="75D6DB"/>
                </a:solidFill>
                <a:latin typeface="Noto Sans" panose="020B0502040504020204" pitchFamily="34" charset="0"/>
                <a:ea typeface="Noto Sans" panose="020B0502040504020204" pitchFamily="34" charset="0"/>
                <a:cs typeface="Noto Sans" panose="020B0502040504020204" pitchFamily="34" charset="0"/>
              </a:rPr>
              <a:t>Profase</a:t>
            </a: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 2</a:t>
            </a:r>
          </a:p>
          <a:p>
            <a:pPr marL="0" indent="0">
              <a:lnSpc>
                <a:spcPts val="1400"/>
              </a:lnSpc>
              <a:spcAft>
                <a:spcPts val="600"/>
              </a:spcAft>
              <a:buNone/>
            </a:pPr>
            <a:r>
              <a:rPr lang="en-US" sz="2200" b="1" dirty="0" err="1">
                <a:solidFill>
                  <a:srgbClr val="00B050"/>
                </a:solidFill>
              </a:rPr>
              <a:t>Profase</a:t>
            </a:r>
            <a:r>
              <a:rPr lang="en-US" sz="2200" b="1" dirty="0">
                <a:solidFill>
                  <a:srgbClr val="00B050"/>
                </a:solidFill>
              </a:rPr>
              <a:t> 2</a:t>
            </a:r>
          </a:p>
          <a:p>
            <a:pPr>
              <a:lnSpc>
                <a:spcPts val="1400"/>
              </a:lnSpc>
              <a:spcAft>
                <a:spcPts val="600"/>
              </a:spcAft>
            </a:pPr>
            <a:r>
              <a:rPr lang="en-US" sz="2200" dirty="0" err="1"/>
              <a:t>Centriolenparen</a:t>
            </a:r>
            <a:r>
              <a:rPr lang="en-US" sz="2200" dirty="0"/>
              <a:t> </a:t>
            </a:r>
            <a:r>
              <a:rPr lang="en-US" sz="2200" dirty="0" err="1"/>
              <a:t>bewegen</a:t>
            </a:r>
            <a:r>
              <a:rPr lang="en-US" sz="2200" dirty="0"/>
              <a:t> </a:t>
            </a:r>
            <a:r>
              <a:rPr lang="en-US" sz="2200" dirty="0" err="1"/>
              <a:t>naar</a:t>
            </a:r>
            <a:r>
              <a:rPr lang="en-US" sz="2200" dirty="0"/>
              <a:t> de </a:t>
            </a:r>
            <a:r>
              <a:rPr lang="en-US" sz="2200" dirty="0" err="1"/>
              <a:t>tegenovergestelde</a:t>
            </a:r>
            <a:r>
              <a:rPr lang="en-US" sz="2200" dirty="0"/>
              <a:t> </a:t>
            </a:r>
            <a:r>
              <a:rPr lang="en-US" sz="2200" dirty="0" err="1"/>
              <a:t>polen</a:t>
            </a:r>
            <a:endParaRPr lang="en-US" sz="2200" dirty="0"/>
          </a:p>
          <a:p>
            <a:pPr>
              <a:lnSpc>
                <a:spcPts val="1400"/>
              </a:lnSpc>
              <a:spcAft>
                <a:spcPts val="600"/>
              </a:spcAft>
            </a:pPr>
            <a:r>
              <a:rPr lang="en-US" sz="2200" dirty="0" err="1"/>
              <a:t>Vorming</a:t>
            </a:r>
            <a:r>
              <a:rPr lang="en-US" sz="2200" dirty="0"/>
              <a:t> </a:t>
            </a:r>
            <a:r>
              <a:rPr lang="en-US" sz="2200" dirty="0" err="1"/>
              <a:t>spoelfiguur</a:t>
            </a:r>
            <a:endParaRPr lang="en-US" sz="22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179</a:t>
            </a:r>
          </a:p>
        </p:txBody>
      </p:sp>
      <p:pic>
        <p:nvPicPr>
          <p:cNvPr id="7" name="Afbeelding 6">
            <a:extLst>
              <a:ext uri="{FF2B5EF4-FFF2-40B4-BE49-F238E27FC236}">
                <a16:creationId xmlns:a16="http://schemas.microsoft.com/office/drawing/2014/main" id="{BADC4619-E732-CCB3-594B-99B96728AC4A}"/>
              </a:ext>
            </a:extLst>
          </p:cNvPr>
          <p:cNvPicPr>
            <a:picLocks noChangeAspect="1"/>
          </p:cNvPicPr>
          <p:nvPr/>
        </p:nvPicPr>
        <p:blipFill>
          <a:blip r:embed="rId2"/>
          <a:stretch>
            <a:fillRect/>
          </a:stretch>
        </p:blipFill>
        <p:spPr>
          <a:xfrm>
            <a:off x="7602254" y="2349000"/>
            <a:ext cx="4160658" cy="2160000"/>
          </a:xfrm>
          <a:prstGeom prst="rect">
            <a:avLst/>
          </a:prstGeom>
        </p:spPr>
      </p:pic>
    </p:spTree>
    <p:extLst>
      <p:ext uri="{BB962C8B-B14F-4D97-AF65-F5344CB8AC3E}">
        <p14:creationId xmlns:p14="http://schemas.microsoft.com/office/powerpoint/2010/main" val="3909653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32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32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2.4.2 Tweede </a:t>
            </a:r>
            <a:r>
              <a:rPr lang="nl-NL" sz="2400" b="1" dirty="0" err="1">
                <a:solidFill>
                  <a:srgbClr val="FF5966"/>
                </a:solidFill>
                <a:latin typeface="Noto Sans" panose="020B0502040504020204" pitchFamily="34" charset="0"/>
                <a:ea typeface="Noto Sans" panose="020B0502040504020204" pitchFamily="34" charset="0"/>
                <a:cs typeface="Noto Sans" panose="020B0502040504020204" pitchFamily="34" charset="0"/>
              </a:rPr>
              <a:t>meiotische</a:t>
            </a: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deling</a:t>
            </a:r>
          </a:p>
          <a:p>
            <a:pPr marL="0" indent="0">
              <a:lnSpc>
                <a:spcPts val="1400"/>
              </a:lnSpc>
              <a:spcAft>
                <a:spcPts val="600"/>
              </a:spcAft>
              <a:buNone/>
            </a:pP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Metafase 2</a:t>
            </a:r>
          </a:p>
          <a:p>
            <a:pPr marL="0" indent="0">
              <a:lnSpc>
                <a:spcPts val="1400"/>
              </a:lnSpc>
              <a:spcAft>
                <a:spcPts val="600"/>
              </a:spcAft>
              <a:buNone/>
            </a:pPr>
            <a:r>
              <a:rPr lang="en-US" sz="2200" b="1" dirty="0" err="1">
                <a:solidFill>
                  <a:srgbClr val="00B050"/>
                </a:solidFill>
              </a:rPr>
              <a:t>Metafase</a:t>
            </a:r>
            <a:r>
              <a:rPr lang="en-US" sz="2200" b="1" dirty="0">
                <a:solidFill>
                  <a:srgbClr val="00B050"/>
                </a:solidFill>
              </a:rPr>
              <a:t> 2</a:t>
            </a:r>
          </a:p>
          <a:p>
            <a:pPr>
              <a:lnSpc>
                <a:spcPts val="1400"/>
              </a:lnSpc>
              <a:spcAft>
                <a:spcPts val="600"/>
              </a:spcAft>
            </a:pPr>
            <a:r>
              <a:rPr lang="en-US" sz="2200" dirty="0" err="1"/>
              <a:t>Delingschromosomen</a:t>
            </a:r>
            <a:r>
              <a:rPr lang="en-US" sz="2200" dirty="0"/>
              <a:t> in </a:t>
            </a:r>
            <a:r>
              <a:rPr lang="en-US" sz="2200" dirty="0" err="1"/>
              <a:t>één</a:t>
            </a:r>
            <a:r>
              <a:rPr lang="en-US" sz="2200" dirty="0"/>
              <a:t> </a:t>
            </a:r>
            <a:r>
              <a:rPr lang="en-US" sz="2200" dirty="0" err="1"/>
              <a:t>lijn</a:t>
            </a:r>
            <a:r>
              <a:rPr lang="en-US" sz="2200" dirty="0"/>
              <a:t> in het </a:t>
            </a:r>
            <a:r>
              <a:rPr lang="en-US" sz="2200" dirty="0" err="1"/>
              <a:t>evenaarsvlak</a:t>
            </a:r>
            <a:endParaRPr lang="en-US" sz="2200" dirty="0"/>
          </a:p>
          <a:p>
            <a:pPr>
              <a:lnSpc>
                <a:spcPts val="1400"/>
              </a:lnSpc>
              <a:spcAft>
                <a:spcPts val="600"/>
              </a:spcAft>
            </a:pPr>
            <a:r>
              <a:rPr lang="en-US" sz="2200" dirty="0" err="1"/>
              <a:t>Steundraden</a:t>
            </a:r>
            <a:r>
              <a:rPr lang="en-US" sz="2200" dirty="0"/>
              <a:t> </a:t>
            </a:r>
            <a:r>
              <a:rPr lang="en-US" sz="2200" dirty="0" err="1"/>
              <a:t>maken</a:t>
            </a:r>
            <a:r>
              <a:rPr lang="en-US" sz="2200" dirty="0"/>
              <a:t> contact met </a:t>
            </a:r>
            <a:r>
              <a:rPr lang="en-US" sz="2200" dirty="0" err="1"/>
              <a:t>elkaar</a:t>
            </a:r>
            <a:r>
              <a:rPr lang="en-US" sz="2200" dirty="0"/>
              <a:t> </a:t>
            </a:r>
            <a:r>
              <a:rPr lang="en-US" sz="2200" dirty="0" err="1"/>
              <a:t>en</a:t>
            </a:r>
            <a:r>
              <a:rPr lang="en-US" sz="2200" dirty="0"/>
              <a:t> de </a:t>
            </a:r>
            <a:r>
              <a:rPr lang="en-US" sz="2200" dirty="0" err="1"/>
              <a:t>centriolen</a:t>
            </a:r>
            <a:endParaRPr lang="en-US" sz="2200" dirty="0"/>
          </a:p>
          <a:p>
            <a:pPr>
              <a:lnSpc>
                <a:spcPts val="1400"/>
              </a:lnSpc>
              <a:spcAft>
                <a:spcPts val="600"/>
              </a:spcAft>
            </a:pPr>
            <a:r>
              <a:rPr lang="en-US" sz="2200" dirty="0" err="1"/>
              <a:t>Trekdraden</a:t>
            </a:r>
            <a:r>
              <a:rPr lang="en-US" sz="2200" dirty="0"/>
              <a:t> </a:t>
            </a:r>
            <a:r>
              <a:rPr lang="en-US" sz="2200" dirty="0" err="1"/>
              <a:t>maken</a:t>
            </a:r>
            <a:r>
              <a:rPr lang="en-US" sz="2200" dirty="0"/>
              <a:t> contact met het </a:t>
            </a:r>
            <a:r>
              <a:rPr lang="en-US" sz="2200" dirty="0" err="1"/>
              <a:t>centromeer</a:t>
            </a:r>
            <a:endParaRPr lang="en-US" sz="22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179</a:t>
            </a:r>
          </a:p>
        </p:txBody>
      </p:sp>
      <p:pic>
        <p:nvPicPr>
          <p:cNvPr id="6" name="Afbeelding 5">
            <a:extLst>
              <a:ext uri="{FF2B5EF4-FFF2-40B4-BE49-F238E27FC236}">
                <a16:creationId xmlns:a16="http://schemas.microsoft.com/office/drawing/2014/main" id="{5729383D-942D-3541-7178-793920CFAC16}"/>
              </a:ext>
            </a:extLst>
          </p:cNvPr>
          <p:cNvPicPr>
            <a:picLocks noChangeAspect="1"/>
          </p:cNvPicPr>
          <p:nvPr/>
        </p:nvPicPr>
        <p:blipFill>
          <a:blip r:embed="rId2"/>
          <a:stretch>
            <a:fillRect/>
          </a:stretch>
        </p:blipFill>
        <p:spPr>
          <a:xfrm>
            <a:off x="7775270" y="2259000"/>
            <a:ext cx="3987642" cy="2340000"/>
          </a:xfrm>
          <a:prstGeom prst="rect">
            <a:avLst/>
          </a:prstGeom>
        </p:spPr>
      </p:pic>
    </p:spTree>
    <p:extLst>
      <p:ext uri="{BB962C8B-B14F-4D97-AF65-F5344CB8AC3E}">
        <p14:creationId xmlns:p14="http://schemas.microsoft.com/office/powerpoint/2010/main" val="342199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32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32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2.4.2 Tweede </a:t>
            </a:r>
            <a:r>
              <a:rPr lang="nl-NL" sz="2400" b="1" dirty="0" err="1">
                <a:solidFill>
                  <a:srgbClr val="FF5966"/>
                </a:solidFill>
                <a:latin typeface="Noto Sans" panose="020B0502040504020204" pitchFamily="34" charset="0"/>
                <a:ea typeface="Noto Sans" panose="020B0502040504020204" pitchFamily="34" charset="0"/>
                <a:cs typeface="Noto Sans" panose="020B0502040504020204" pitchFamily="34" charset="0"/>
              </a:rPr>
              <a:t>meiotische</a:t>
            </a: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deling</a:t>
            </a:r>
          </a:p>
          <a:p>
            <a:pPr marL="0" indent="0">
              <a:lnSpc>
                <a:spcPts val="1400"/>
              </a:lnSpc>
              <a:spcAft>
                <a:spcPts val="600"/>
              </a:spcAft>
              <a:buNone/>
            </a:pP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Anafase 2</a:t>
            </a:r>
          </a:p>
          <a:p>
            <a:pPr marL="0" indent="0">
              <a:lnSpc>
                <a:spcPts val="1400"/>
              </a:lnSpc>
              <a:spcAft>
                <a:spcPts val="600"/>
              </a:spcAft>
              <a:buNone/>
            </a:pPr>
            <a:r>
              <a:rPr lang="en-US" sz="2200" b="1" dirty="0" err="1">
                <a:solidFill>
                  <a:srgbClr val="00B050"/>
                </a:solidFill>
              </a:rPr>
              <a:t>Anafase</a:t>
            </a:r>
            <a:r>
              <a:rPr lang="en-US" sz="2200" b="1" dirty="0">
                <a:solidFill>
                  <a:srgbClr val="00B050"/>
                </a:solidFill>
              </a:rPr>
              <a:t> 2</a:t>
            </a:r>
          </a:p>
          <a:p>
            <a:pPr>
              <a:lnSpc>
                <a:spcPts val="1400"/>
              </a:lnSpc>
              <a:spcAft>
                <a:spcPts val="600"/>
              </a:spcAft>
            </a:pPr>
            <a:r>
              <a:rPr lang="en-US" sz="2200" dirty="0" err="1"/>
              <a:t>Trekdraden</a:t>
            </a:r>
            <a:r>
              <a:rPr lang="en-US" sz="2200" dirty="0"/>
              <a:t> </a:t>
            </a:r>
            <a:r>
              <a:rPr lang="en-US" sz="2200" dirty="0" err="1"/>
              <a:t>verkorten</a:t>
            </a:r>
            <a:endParaRPr lang="en-US" sz="2200" dirty="0"/>
          </a:p>
          <a:p>
            <a:pPr>
              <a:lnSpc>
                <a:spcPts val="1400"/>
              </a:lnSpc>
              <a:spcAft>
                <a:spcPts val="600"/>
              </a:spcAft>
            </a:pPr>
            <a:r>
              <a:rPr lang="en-US" sz="2200" dirty="0" err="1"/>
              <a:t>Delingschromosoom</a:t>
            </a:r>
            <a:r>
              <a:rPr lang="en-US" sz="2200" dirty="0"/>
              <a:t> </a:t>
            </a:r>
            <a:r>
              <a:rPr lang="en-US" sz="2200" dirty="0" err="1"/>
              <a:t>splitst</a:t>
            </a:r>
            <a:r>
              <a:rPr lang="en-US" sz="2200" dirty="0"/>
              <a:t> </a:t>
            </a:r>
            <a:r>
              <a:rPr lang="en-US" sz="2200" dirty="0" err="1"/>
              <a:t>ter</a:t>
            </a:r>
            <a:r>
              <a:rPr lang="en-US" sz="2200" dirty="0"/>
              <a:t> </a:t>
            </a:r>
            <a:r>
              <a:rPr lang="en-US" sz="2200" dirty="0" err="1"/>
              <a:t>hoogte</a:t>
            </a:r>
            <a:r>
              <a:rPr lang="en-US" sz="2200" dirty="0"/>
              <a:t> van het </a:t>
            </a:r>
            <a:r>
              <a:rPr lang="en-US" sz="2200" dirty="0" err="1"/>
              <a:t>centromeer</a:t>
            </a:r>
            <a:endParaRPr lang="en-US" sz="2200" dirty="0"/>
          </a:p>
          <a:p>
            <a:pPr>
              <a:lnSpc>
                <a:spcPts val="1400"/>
              </a:lnSpc>
              <a:spcAft>
                <a:spcPts val="600"/>
              </a:spcAft>
            </a:pPr>
            <a:r>
              <a:rPr lang="en-US" sz="2200" dirty="0" err="1"/>
              <a:t>Zusterchromatiden</a:t>
            </a:r>
            <a:r>
              <a:rPr lang="en-US" sz="2200" dirty="0"/>
              <a:t> </a:t>
            </a:r>
            <a:r>
              <a:rPr lang="en-US" sz="2200" dirty="0" err="1"/>
              <a:t>worden</a:t>
            </a:r>
            <a:r>
              <a:rPr lang="en-US" sz="2200" dirty="0"/>
              <a:t> </a:t>
            </a:r>
            <a:r>
              <a:rPr lang="en-US" sz="2200" dirty="0" err="1"/>
              <a:t>naar</a:t>
            </a:r>
            <a:r>
              <a:rPr lang="en-US" sz="2200" dirty="0"/>
              <a:t> de </a:t>
            </a:r>
            <a:r>
              <a:rPr lang="en-US" sz="2200" dirty="0" err="1"/>
              <a:t>tegenovergestelde</a:t>
            </a:r>
            <a:r>
              <a:rPr lang="en-US" sz="2200" dirty="0"/>
              <a:t> pool </a:t>
            </a:r>
            <a:r>
              <a:rPr lang="en-US" sz="2200" dirty="0" err="1"/>
              <a:t>getrokken</a:t>
            </a:r>
            <a:endParaRPr lang="en-US" sz="22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179</a:t>
            </a:r>
          </a:p>
        </p:txBody>
      </p:sp>
      <p:pic>
        <p:nvPicPr>
          <p:cNvPr id="7" name="Afbeelding 6">
            <a:extLst>
              <a:ext uri="{FF2B5EF4-FFF2-40B4-BE49-F238E27FC236}">
                <a16:creationId xmlns:a16="http://schemas.microsoft.com/office/drawing/2014/main" id="{0F0AFE4F-645C-0272-2B82-8C60D53D46CC}"/>
              </a:ext>
            </a:extLst>
          </p:cNvPr>
          <p:cNvPicPr>
            <a:picLocks noChangeAspect="1"/>
          </p:cNvPicPr>
          <p:nvPr/>
        </p:nvPicPr>
        <p:blipFill rotWithShape="1">
          <a:blip r:embed="rId2"/>
          <a:srcRect b="2837"/>
          <a:stretch/>
        </p:blipFill>
        <p:spPr>
          <a:xfrm>
            <a:off x="7461397" y="1809000"/>
            <a:ext cx="4301515" cy="3240000"/>
          </a:xfrm>
          <a:prstGeom prst="rect">
            <a:avLst/>
          </a:prstGeom>
        </p:spPr>
      </p:pic>
    </p:spTree>
    <p:extLst>
      <p:ext uri="{BB962C8B-B14F-4D97-AF65-F5344CB8AC3E}">
        <p14:creationId xmlns:p14="http://schemas.microsoft.com/office/powerpoint/2010/main" val="3751763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36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36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2.4.2 Tweede </a:t>
            </a:r>
            <a:r>
              <a:rPr lang="nl-NL" sz="2400" b="1" dirty="0" err="1">
                <a:solidFill>
                  <a:srgbClr val="FF5966"/>
                </a:solidFill>
                <a:latin typeface="Noto Sans" panose="020B0502040504020204" pitchFamily="34" charset="0"/>
                <a:ea typeface="Noto Sans" panose="020B0502040504020204" pitchFamily="34" charset="0"/>
                <a:cs typeface="Noto Sans" panose="020B0502040504020204" pitchFamily="34" charset="0"/>
              </a:rPr>
              <a:t>meiotische</a:t>
            </a: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deling</a:t>
            </a:r>
          </a:p>
          <a:p>
            <a:pPr marL="0" indent="0">
              <a:lnSpc>
                <a:spcPts val="1400"/>
              </a:lnSpc>
              <a:spcAft>
                <a:spcPts val="600"/>
              </a:spcAft>
              <a:buNone/>
            </a:pPr>
            <a:r>
              <a:rPr lang="nl-BE" sz="2400" dirty="0" err="1">
                <a:solidFill>
                  <a:srgbClr val="75D6DB"/>
                </a:solidFill>
                <a:latin typeface="Noto Sans" panose="020B0502040504020204" pitchFamily="34" charset="0"/>
                <a:ea typeface="Noto Sans" panose="020B0502040504020204" pitchFamily="34" charset="0"/>
                <a:cs typeface="Noto Sans" panose="020B0502040504020204" pitchFamily="34" charset="0"/>
              </a:rPr>
              <a:t>Telofase</a:t>
            </a: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 2</a:t>
            </a:r>
          </a:p>
          <a:p>
            <a:pPr marL="0" indent="0">
              <a:lnSpc>
                <a:spcPts val="1400"/>
              </a:lnSpc>
              <a:spcAft>
                <a:spcPts val="600"/>
              </a:spcAft>
              <a:buNone/>
            </a:pPr>
            <a:r>
              <a:rPr lang="en-US" sz="2200" b="1" dirty="0" err="1">
                <a:solidFill>
                  <a:srgbClr val="00B050"/>
                </a:solidFill>
              </a:rPr>
              <a:t>Telofase</a:t>
            </a:r>
            <a:r>
              <a:rPr lang="en-US" sz="2200" b="1" dirty="0">
                <a:solidFill>
                  <a:srgbClr val="00B050"/>
                </a:solidFill>
              </a:rPr>
              <a:t> 2</a:t>
            </a:r>
          </a:p>
          <a:p>
            <a:pPr>
              <a:lnSpc>
                <a:spcPts val="1400"/>
              </a:lnSpc>
              <a:spcAft>
                <a:spcPts val="600"/>
              </a:spcAft>
            </a:pPr>
            <a:r>
              <a:rPr lang="en-US" sz="2200" dirty="0" err="1"/>
              <a:t>Spoelfiguur</a:t>
            </a:r>
            <a:r>
              <a:rPr lang="en-US" sz="2200" dirty="0"/>
              <a:t> </a:t>
            </a:r>
            <a:r>
              <a:rPr lang="en-US" sz="2200" dirty="0" err="1"/>
              <a:t>verdwijnt</a:t>
            </a:r>
            <a:endParaRPr lang="en-US" sz="2200" dirty="0"/>
          </a:p>
          <a:p>
            <a:pPr>
              <a:lnSpc>
                <a:spcPts val="1400"/>
              </a:lnSpc>
              <a:spcAft>
                <a:spcPts val="600"/>
              </a:spcAft>
            </a:pPr>
            <a:r>
              <a:rPr lang="en-US" sz="2200" dirty="0" err="1"/>
              <a:t>Bouwstenen</a:t>
            </a:r>
            <a:r>
              <a:rPr lang="en-US" sz="2200" dirty="0"/>
              <a:t> </a:t>
            </a:r>
            <a:r>
              <a:rPr lang="en-US" sz="2200" dirty="0" err="1"/>
              <a:t>microtubuli</a:t>
            </a:r>
            <a:r>
              <a:rPr lang="en-US" sz="2200" dirty="0"/>
              <a:t> </a:t>
            </a:r>
            <a:r>
              <a:rPr lang="en-US" sz="2200" dirty="0" err="1"/>
              <a:t>vormen</a:t>
            </a:r>
            <a:r>
              <a:rPr lang="en-US" sz="2200" dirty="0"/>
              <a:t> </a:t>
            </a:r>
            <a:r>
              <a:rPr lang="en-US" sz="2200" dirty="0" err="1"/>
              <a:t>cytoskelet</a:t>
            </a:r>
            <a:r>
              <a:rPr lang="en-US" sz="2200" dirty="0"/>
              <a:t> </a:t>
            </a:r>
            <a:r>
              <a:rPr lang="en-US" sz="2200" dirty="0" err="1"/>
              <a:t>dochtercellen</a:t>
            </a:r>
            <a:endParaRPr lang="en-US" sz="2200" dirty="0"/>
          </a:p>
          <a:p>
            <a:pPr>
              <a:lnSpc>
                <a:spcPts val="1400"/>
              </a:lnSpc>
              <a:spcAft>
                <a:spcPts val="600"/>
              </a:spcAft>
            </a:pPr>
            <a:r>
              <a:rPr lang="en-US" sz="2200" dirty="0" err="1"/>
              <a:t>Vorming</a:t>
            </a:r>
            <a:r>
              <a:rPr lang="en-US" sz="2200" dirty="0"/>
              <a:t> </a:t>
            </a:r>
            <a:r>
              <a:rPr lang="en-US" sz="2200" dirty="0" err="1"/>
              <a:t>kernmembraan</a:t>
            </a:r>
            <a:endParaRPr lang="en-US" sz="2200" dirty="0"/>
          </a:p>
          <a:p>
            <a:pPr>
              <a:lnSpc>
                <a:spcPts val="1400"/>
              </a:lnSpc>
              <a:spcAft>
                <a:spcPts val="600"/>
              </a:spcAft>
            </a:pPr>
            <a:r>
              <a:rPr lang="en-US" sz="2200" dirty="0" err="1"/>
              <a:t>Chromosomen</a:t>
            </a:r>
            <a:r>
              <a:rPr lang="en-US" sz="2200" dirty="0"/>
              <a:t> </a:t>
            </a:r>
            <a:r>
              <a:rPr lang="en-US" sz="2200" dirty="0" err="1"/>
              <a:t>despiraliseren</a:t>
            </a:r>
            <a:r>
              <a:rPr lang="en-US" sz="2200" dirty="0"/>
              <a:t> </a:t>
            </a:r>
            <a:r>
              <a:rPr lang="en-US" sz="2200" dirty="0" err="1"/>
              <a:t>en</a:t>
            </a:r>
            <a:r>
              <a:rPr lang="en-US" sz="2200" dirty="0"/>
              <a:t> </a:t>
            </a:r>
            <a:r>
              <a:rPr lang="en-US" sz="2200" dirty="0" err="1"/>
              <a:t>decondenseren</a:t>
            </a:r>
            <a:r>
              <a:rPr lang="en-US" sz="2200" dirty="0"/>
              <a:t> tot </a:t>
            </a:r>
            <a:r>
              <a:rPr lang="en-US" sz="2200" dirty="0" err="1"/>
              <a:t>chromatinevezels</a:t>
            </a:r>
            <a:endParaRPr lang="en-US" sz="2200" dirty="0"/>
          </a:p>
          <a:p>
            <a:pPr marL="0" indent="0">
              <a:lnSpc>
                <a:spcPts val="1400"/>
              </a:lnSpc>
              <a:spcAft>
                <a:spcPts val="600"/>
              </a:spcAft>
              <a:buNone/>
            </a:pPr>
            <a:r>
              <a:rPr lang="en-US" sz="2200" b="1" dirty="0" err="1"/>
              <a:t>Cytokinese</a:t>
            </a:r>
            <a:endParaRPr lang="en-US" sz="2200" b="1" dirty="0"/>
          </a:p>
          <a:p>
            <a:pPr>
              <a:lnSpc>
                <a:spcPts val="1400"/>
              </a:lnSpc>
              <a:spcAft>
                <a:spcPts val="600"/>
              </a:spcAft>
            </a:pPr>
            <a:r>
              <a:rPr lang="en-US" sz="2200" dirty="0" err="1"/>
              <a:t>Insnoering</a:t>
            </a:r>
            <a:r>
              <a:rPr lang="en-US" sz="2200" dirty="0"/>
              <a:t> </a:t>
            </a:r>
            <a:r>
              <a:rPr lang="en-US" sz="2200" dirty="0" err="1"/>
              <a:t>celmembraan</a:t>
            </a:r>
            <a:r>
              <a:rPr lang="en-US" sz="2200" dirty="0"/>
              <a:t> </a:t>
            </a:r>
            <a:r>
              <a:rPr lang="en-US" sz="2200" dirty="0" err="1"/>
              <a:t>ter</a:t>
            </a:r>
            <a:r>
              <a:rPr lang="en-US" sz="2200" dirty="0"/>
              <a:t> </a:t>
            </a:r>
            <a:r>
              <a:rPr lang="en-US" sz="2200" dirty="0" err="1"/>
              <a:t>hoogte</a:t>
            </a:r>
            <a:r>
              <a:rPr lang="en-US" sz="2200" dirty="0"/>
              <a:t> van het </a:t>
            </a:r>
            <a:r>
              <a:rPr lang="en-US" sz="2200" dirty="0" err="1"/>
              <a:t>evenaarsvlak</a:t>
            </a:r>
            <a:endParaRPr lang="en-US" sz="2200" dirty="0"/>
          </a:p>
          <a:p>
            <a:pPr>
              <a:lnSpc>
                <a:spcPts val="1400"/>
              </a:lnSpc>
              <a:spcAft>
                <a:spcPts val="600"/>
              </a:spcAft>
            </a:pPr>
            <a:r>
              <a:rPr lang="en-US" sz="2200" dirty="0"/>
              <a:t>Vier </a:t>
            </a:r>
            <a:r>
              <a:rPr lang="en-US" sz="2200" dirty="0" err="1"/>
              <a:t>haploïde</a:t>
            </a:r>
            <a:r>
              <a:rPr lang="en-US" sz="2200" dirty="0"/>
              <a:t> </a:t>
            </a:r>
            <a:r>
              <a:rPr lang="en-US" sz="2200" dirty="0" err="1"/>
              <a:t>dochtercellen</a:t>
            </a:r>
            <a:r>
              <a:rPr lang="en-US" sz="2200" dirty="0"/>
              <a:t> (n) – </a:t>
            </a:r>
            <a:r>
              <a:rPr lang="en-US" sz="2200" dirty="0" err="1"/>
              <a:t>genetisch</a:t>
            </a:r>
            <a:r>
              <a:rPr lang="en-US" sz="2200" dirty="0"/>
              <a:t> </a:t>
            </a:r>
            <a:r>
              <a:rPr lang="en-US" sz="2200" dirty="0" err="1"/>
              <a:t>uniek</a:t>
            </a:r>
            <a:endParaRPr lang="en-US" sz="22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179 + 180</a:t>
            </a:r>
          </a:p>
        </p:txBody>
      </p:sp>
      <p:pic>
        <p:nvPicPr>
          <p:cNvPr id="6" name="Afbeelding 5">
            <a:extLst>
              <a:ext uri="{FF2B5EF4-FFF2-40B4-BE49-F238E27FC236}">
                <a16:creationId xmlns:a16="http://schemas.microsoft.com/office/drawing/2014/main" id="{14E5F866-EFB6-1865-37BC-72BFB1EF3500}"/>
              </a:ext>
            </a:extLst>
          </p:cNvPr>
          <p:cNvPicPr>
            <a:picLocks noChangeAspect="1"/>
          </p:cNvPicPr>
          <p:nvPr/>
        </p:nvPicPr>
        <p:blipFill>
          <a:blip r:embed="rId2"/>
          <a:stretch>
            <a:fillRect/>
          </a:stretch>
        </p:blipFill>
        <p:spPr>
          <a:xfrm>
            <a:off x="7560403" y="2349000"/>
            <a:ext cx="4202509" cy="2160000"/>
          </a:xfrm>
          <a:prstGeom prst="rect">
            <a:avLst/>
          </a:prstGeom>
        </p:spPr>
      </p:pic>
    </p:spTree>
    <p:extLst>
      <p:ext uri="{BB962C8B-B14F-4D97-AF65-F5344CB8AC3E}">
        <p14:creationId xmlns:p14="http://schemas.microsoft.com/office/powerpoint/2010/main" val="890886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6842760"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36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36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2.4.3 Belang</a:t>
            </a:r>
          </a:p>
          <a:p>
            <a:pPr marL="0" indent="0">
              <a:buNone/>
            </a:pP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Geslachtelijke voortplanting</a:t>
            </a:r>
          </a:p>
          <a:p>
            <a:pPr>
              <a:lnSpc>
                <a:spcPts val="1400"/>
              </a:lnSpc>
              <a:spcAft>
                <a:spcPts val="600"/>
              </a:spcAft>
            </a:pPr>
            <a:r>
              <a:rPr lang="en-US" sz="2200" dirty="0" err="1"/>
              <a:t>Productie</a:t>
            </a:r>
            <a:r>
              <a:rPr lang="en-US" sz="2200" dirty="0"/>
              <a:t> van </a:t>
            </a:r>
            <a:r>
              <a:rPr lang="en-US" sz="2200" dirty="0" err="1"/>
              <a:t>haploïde</a:t>
            </a:r>
            <a:r>
              <a:rPr lang="en-US" sz="2200" dirty="0"/>
              <a:t> </a:t>
            </a:r>
            <a:r>
              <a:rPr lang="en-US" sz="2200" dirty="0" err="1"/>
              <a:t>gameten</a:t>
            </a:r>
            <a:endParaRPr lang="en-US" sz="2200" dirty="0"/>
          </a:p>
          <a:p>
            <a:pPr lvl="1">
              <a:lnSpc>
                <a:spcPts val="1400"/>
              </a:lnSpc>
              <a:spcAft>
                <a:spcPts val="600"/>
              </a:spcAft>
            </a:pPr>
            <a:r>
              <a:rPr lang="en-US" sz="1800" dirty="0" err="1"/>
              <a:t>zonder</a:t>
            </a:r>
            <a:r>
              <a:rPr lang="en-US" sz="1800" dirty="0"/>
              <a:t> </a:t>
            </a:r>
            <a:r>
              <a:rPr lang="en-US" sz="1800" dirty="0" err="1"/>
              <a:t>meiose</a:t>
            </a:r>
            <a:r>
              <a:rPr lang="en-US" sz="1800" dirty="0"/>
              <a:t>: </a:t>
            </a:r>
            <a:r>
              <a:rPr lang="en-US" sz="1800" dirty="0" err="1"/>
              <a:t>verdubbeling</a:t>
            </a:r>
            <a:r>
              <a:rPr lang="en-US" sz="1800" dirty="0"/>
              <a:t> </a:t>
            </a:r>
            <a:r>
              <a:rPr lang="en-US" sz="1800" dirty="0" err="1"/>
              <a:t>chromosomen</a:t>
            </a:r>
            <a:r>
              <a:rPr lang="en-US" sz="1800" dirty="0"/>
              <a:t> zygote</a:t>
            </a:r>
          </a:p>
          <a:p>
            <a:pPr>
              <a:lnSpc>
                <a:spcPts val="1400"/>
              </a:lnSpc>
              <a:spcAft>
                <a:spcPts val="600"/>
              </a:spcAft>
            </a:pPr>
            <a:r>
              <a:rPr lang="en-US" sz="2200" dirty="0" err="1"/>
              <a:t>Productie</a:t>
            </a:r>
            <a:r>
              <a:rPr lang="en-US" sz="2200" dirty="0"/>
              <a:t> van </a:t>
            </a:r>
            <a:r>
              <a:rPr lang="en-US" sz="2200" dirty="0" err="1"/>
              <a:t>genetisch</a:t>
            </a:r>
            <a:r>
              <a:rPr lang="en-US" sz="2200" dirty="0"/>
              <a:t> </a:t>
            </a:r>
            <a:r>
              <a:rPr lang="en-US" sz="2200" dirty="0" err="1"/>
              <a:t>unieke</a:t>
            </a:r>
            <a:r>
              <a:rPr lang="en-US" sz="2200" dirty="0"/>
              <a:t> </a:t>
            </a:r>
            <a:r>
              <a:rPr lang="en-US" sz="2200" dirty="0" err="1"/>
              <a:t>gameten</a:t>
            </a:r>
            <a:endParaRPr lang="en-US" sz="2200" dirty="0"/>
          </a:p>
          <a:p>
            <a:pPr lvl="1">
              <a:lnSpc>
                <a:spcPts val="1400"/>
              </a:lnSpc>
              <a:spcAft>
                <a:spcPts val="600"/>
              </a:spcAft>
            </a:pPr>
            <a:r>
              <a:rPr lang="en-US" sz="1800" b="1" dirty="0">
                <a:solidFill>
                  <a:srgbClr val="00B050"/>
                </a:solidFill>
              </a:rPr>
              <a:t>mixing</a:t>
            </a:r>
            <a:r>
              <a:rPr lang="en-US" sz="1800" dirty="0"/>
              <a:t>: </a:t>
            </a:r>
            <a:r>
              <a:rPr lang="en-US" sz="1800" dirty="0" err="1"/>
              <a:t>toevallige</a:t>
            </a:r>
            <a:r>
              <a:rPr lang="en-US" sz="1800" dirty="0"/>
              <a:t> </a:t>
            </a:r>
            <a:r>
              <a:rPr lang="en-US" sz="1800" dirty="0" err="1"/>
              <a:t>schikking</a:t>
            </a:r>
            <a:r>
              <a:rPr lang="en-US" sz="1800" dirty="0"/>
              <a:t> </a:t>
            </a:r>
            <a:r>
              <a:rPr lang="en-US" sz="1800" dirty="0" err="1"/>
              <a:t>metafase</a:t>
            </a:r>
            <a:r>
              <a:rPr lang="en-US" sz="1800" dirty="0"/>
              <a:t> 1</a:t>
            </a:r>
            <a:endParaRPr lang="en-US" sz="1800" dirty="0">
              <a:solidFill>
                <a:srgbClr val="00B050"/>
              </a:solidFill>
            </a:endParaRPr>
          </a:p>
          <a:p>
            <a:pPr lvl="1">
              <a:lnSpc>
                <a:spcPts val="1400"/>
              </a:lnSpc>
              <a:spcAft>
                <a:spcPts val="600"/>
              </a:spcAft>
            </a:pPr>
            <a:r>
              <a:rPr lang="en-US" sz="1800" dirty="0"/>
              <a:t>crossing-over</a:t>
            </a:r>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180</a:t>
            </a:r>
          </a:p>
        </p:txBody>
      </p:sp>
      <p:pic>
        <p:nvPicPr>
          <p:cNvPr id="7" name="Afbeelding 6">
            <a:extLst>
              <a:ext uri="{FF2B5EF4-FFF2-40B4-BE49-F238E27FC236}">
                <a16:creationId xmlns:a16="http://schemas.microsoft.com/office/drawing/2014/main" id="{4D3DC306-64F8-63A8-212C-AF54478091BB}"/>
              </a:ext>
            </a:extLst>
          </p:cNvPr>
          <p:cNvPicPr>
            <a:picLocks noChangeAspect="1"/>
          </p:cNvPicPr>
          <p:nvPr/>
        </p:nvPicPr>
        <p:blipFill>
          <a:blip r:embed="rId2"/>
          <a:stretch>
            <a:fillRect/>
          </a:stretch>
        </p:blipFill>
        <p:spPr>
          <a:xfrm>
            <a:off x="6542961" y="1739704"/>
            <a:ext cx="5219951" cy="3378591"/>
          </a:xfrm>
          <a:prstGeom prst="rect">
            <a:avLst/>
          </a:prstGeom>
        </p:spPr>
      </p:pic>
    </p:spTree>
    <p:extLst>
      <p:ext uri="{BB962C8B-B14F-4D97-AF65-F5344CB8AC3E}">
        <p14:creationId xmlns:p14="http://schemas.microsoft.com/office/powerpoint/2010/main" val="2171276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10924712"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36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4</a:t>
            </a:r>
            <a:r>
              <a:rPr lang="nl-NL" sz="36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 </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Meiose</a:t>
            </a:r>
          </a:p>
          <a:p>
            <a:pPr marL="0" indent="0">
              <a:buNone/>
            </a:pPr>
            <a:r>
              <a:rPr lang="nl-NL" sz="24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2.4.3 Belang</a:t>
            </a:r>
          </a:p>
          <a:p>
            <a:pPr marL="0" indent="0">
              <a:buNone/>
            </a:pPr>
            <a:r>
              <a:rPr lang="nl-BE" sz="2400" dirty="0">
                <a:solidFill>
                  <a:srgbClr val="75D6DB"/>
                </a:solidFill>
                <a:latin typeface="Noto Sans" panose="020B0502040504020204" pitchFamily="34" charset="0"/>
                <a:ea typeface="Noto Sans" panose="020B0502040504020204" pitchFamily="34" charset="0"/>
                <a:cs typeface="Noto Sans" panose="020B0502040504020204" pitchFamily="34" charset="0"/>
              </a:rPr>
              <a:t>Evolutie van de soort</a:t>
            </a:r>
          </a:p>
          <a:p>
            <a:pPr>
              <a:lnSpc>
                <a:spcPts val="1400"/>
              </a:lnSpc>
              <a:spcAft>
                <a:spcPts val="600"/>
              </a:spcAft>
            </a:pPr>
            <a:r>
              <a:rPr lang="en-US" sz="2200" dirty="0"/>
              <a:t>Crossing-over: </a:t>
            </a:r>
            <a:r>
              <a:rPr lang="en-US" sz="2200" dirty="0" err="1"/>
              <a:t>ontstaan</a:t>
            </a:r>
            <a:r>
              <a:rPr lang="en-US" sz="2200" dirty="0"/>
              <a:t> van </a:t>
            </a:r>
            <a:r>
              <a:rPr lang="en-US" sz="2200" dirty="0" err="1"/>
              <a:t>unieke</a:t>
            </a:r>
            <a:r>
              <a:rPr lang="en-US" sz="2200" dirty="0"/>
              <a:t> </a:t>
            </a:r>
            <a:r>
              <a:rPr lang="en-US" sz="2200" dirty="0" err="1"/>
              <a:t>chromosomen</a:t>
            </a:r>
            <a:endParaRPr lang="en-US" sz="2200" dirty="0"/>
          </a:p>
          <a:p>
            <a:pPr>
              <a:lnSpc>
                <a:spcPts val="1400"/>
              </a:lnSpc>
              <a:spcAft>
                <a:spcPts val="600"/>
              </a:spcAft>
            </a:pPr>
            <a:r>
              <a:rPr lang="en-US" sz="2200" dirty="0"/>
              <a:t>Mixing: </a:t>
            </a:r>
            <a:r>
              <a:rPr lang="en-US" sz="2200" dirty="0" err="1"/>
              <a:t>ontstaan</a:t>
            </a:r>
            <a:r>
              <a:rPr lang="en-US" sz="2200" dirty="0"/>
              <a:t> van </a:t>
            </a:r>
            <a:r>
              <a:rPr lang="en-US" sz="2200" dirty="0" err="1"/>
              <a:t>unieke</a:t>
            </a:r>
            <a:r>
              <a:rPr lang="en-US" sz="2200" dirty="0"/>
              <a:t> set </a:t>
            </a:r>
            <a:r>
              <a:rPr lang="en-US" sz="2200" dirty="0" err="1"/>
              <a:t>chromosomen</a:t>
            </a:r>
            <a:endParaRPr lang="en-US" sz="2200" dirty="0"/>
          </a:p>
          <a:p>
            <a:pPr>
              <a:lnSpc>
                <a:spcPts val="1400"/>
              </a:lnSpc>
              <a:spcAft>
                <a:spcPts val="600"/>
              </a:spcAft>
            </a:pPr>
            <a:r>
              <a:rPr lang="en-US" sz="2200" dirty="0" err="1"/>
              <a:t>Iedereen</a:t>
            </a:r>
            <a:r>
              <a:rPr lang="en-US" sz="2200" dirty="0"/>
              <a:t> is </a:t>
            </a:r>
            <a:r>
              <a:rPr lang="en-US" sz="2200" dirty="0" err="1"/>
              <a:t>uniek</a:t>
            </a:r>
            <a:endParaRPr lang="en-US" sz="2200" dirty="0"/>
          </a:p>
          <a:p>
            <a:pPr lvl="1">
              <a:lnSpc>
                <a:spcPts val="1400"/>
              </a:lnSpc>
              <a:spcAft>
                <a:spcPts val="600"/>
              </a:spcAft>
            </a:pPr>
            <a:r>
              <a:rPr lang="en-US" sz="1800" dirty="0" err="1"/>
              <a:t>broers</a:t>
            </a:r>
            <a:r>
              <a:rPr lang="en-US" sz="1800" dirty="0"/>
              <a:t> </a:t>
            </a:r>
            <a:r>
              <a:rPr lang="en-US" sz="1800" dirty="0" err="1"/>
              <a:t>en</a:t>
            </a:r>
            <a:r>
              <a:rPr lang="en-US" sz="1800" dirty="0"/>
              <a:t> </a:t>
            </a:r>
            <a:r>
              <a:rPr lang="en-US" sz="1800" dirty="0" err="1"/>
              <a:t>zussen</a:t>
            </a:r>
            <a:r>
              <a:rPr lang="en-US" sz="1800" dirty="0"/>
              <a:t> </a:t>
            </a:r>
            <a:r>
              <a:rPr lang="en-US" sz="1800" dirty="0" err="1"/>
              <a:t>delen</a:t>
            </a:r>
            <a:r>
              <a:rPr lang="en-US" sz="1800" dirty="0"/>
              <a:t> </a:t>
            </a:r>
            <a:r>
              <a:rPr lang="en-US" sz="1800" dirty="0" err="1"/>
              <a:t>meer</a:t>
            </a:r>
            <a:r>
              <a:rPr lang="en-US" sz="1800" dirty="0"/>
              <a:t> </a:t>
            </a:r>
            <a:r>
              <a:rPr lang="en-US" sz="1800" dirty="0" err="1"/>
              <a:t>genetische</a:t>
            </a:r>
            <a:r>
              <a:rPr lang="en-US" sz="1800" dirty="0"/>
              <a:t> material maar </a:t>
            </a:r>
            <a:r>
              <a:rPr lang="en-US" sz="1800" dirty="0" err="1"/>
              <a:t>zijn</a:t>
            </a:r>
            <a:r>
              <a:rPr lang="en-US" sz="1800" dirty="0"/>
              <a:t> </a:t>
            </a:r>
            <a:r>
              <a:rPr lang="en-US" sz="1800" dirty="0" err="1"/>
              <a:t>geen</a:t>
            </a:r>
            <a:r>
              <a:rPr lang="en-US" sz="1800" dirty="0"/>
              <a:t> </a:t>
            </a:r>
            <a:r>
              <a:rPr lang="en-US" sz="1800" dirty="0" err="1"/>
              <a:t>kopieën</a:t>
            </a:r>
            <a:r>
              <a:rPr lang="en-US" sz="1800" dirty="0"/>
              <a:t> van </a:t>
            </a:r>
            <a:r>
              <a:rPr lang="en-US" sz="1800" dirty="0" err="1"/>
              <a:t>elkaar</a:t>
            </a:r>
            <a:endParaRPr lang="en-US" sz="1800" dirty="0"/>
          </a:p>
          <a:p>
            <a:pPr lvl="1">
              <a:lnSpc>
                <a:spcPts val="1400"/>
              </a:lnSpc>
              <a:spcAft>
                <a:spcPts val="600"/>
              </a:spcAft>
            </a:pPr>
            <a:r>
              <a:rPr lang="en-US" sz="1800" dirty="0" err="1"/>
              <a:t>verschillende</a:t>
            </a:r>
            <a:r>
              <a:rPr lang="en-US" sz="1800" dirty="0"/>
              <a:t> </a:t>
            </a:r>
            <a:r>
              <a:rPr lang="en-US" sz="1800" dirty="0" err="1"/>
              <a:t>sterktes</a:t>
            </a:r>
            <a:r>
              <a:rPr lang="en-US" sz="1800" dirty="0"/>
              <a:t> </a:t>
            </a:r>
            <a:r>
              <a:rPr lang="en-US" sz="1800" dirty="0" err="1"/>
              <a:t>en</a:t>
            </a:r>
            <a:r>
              <a:rPr lang="en-US" sz="1800" dirty="0"/>
              <a:t> </a:t>
            </a:r>
            <a:r>
              <a:rPr lang="en-US" sz="1800" dirty="0" err="1"/>
              <a:t>zwaktes</a:t>
            </a:r>
            <a:endParaRPr lang="en-US" sz="1800" dirty="0"/>
          </a:p>
          <a:p>
            <a:pPr lvl="1">
              <a:lnSpc>
                <a:spcPts val="1400"/>
              </a:lnSpc>
              <a:spcAft>
                <a:spcPts val="600"/>
              </a:spcAft>
            </a:pPr>
            <a:r>
              <a:rPr lang="en-US" sz="1800" dirty="0" err="1"/>
              <a:t>grotere</a:t>
            </a:r>
            <a:r>
              <a:rPr lang="en-US" sz="1800" dirty="0"/>
              <a:t> </a:t>
            </a:r>
            <a:r>
              <a:rPr lang="en-US" sz="1800" dirty="0" err="1"/>
              <a:t>overlevingskans</a:t>
            </a:r>
            <a:r>
              <a:rPr lang="en-US" sz="1800" dirty="0"/>
              <a:t> </a:t>
            </a:r>
            <a:r>
              <a:rPr lang="en-US" sz="1800" dirty="0" err="1"/>
              <a:t>bij</a:t>
            </a:r>
            <a:r>
              <a:rPr lang="en-US" sz="1800" dirty="0"/>
              <a:t> </a:t>
            </a:r>
            <a:r>
              <a:rPr lang="en-US" sz="1800" dirty="0" err="1"/>
              <a:t>wijziging</a:t>
            </a:r>
            <a:r>
              <a:rPr lang="en-US" sz="1800" dirty="0"/>
              <a:t> van de </a:t>
            </a:r>
            <a:r>
              <a:rPr lang="en-US" sz="1800" dirty="0" err="1"/>
              <a:t>omgeving</a:t>
            </a:r>
            <a:endParaRPr lang="en-US" sz="1800" dirty="0"/>
          </a:p>
          <a:p>
            <a:pPr>
              <a:lnSpc>
                <a:spcPts val="1400"/>
              </a:lnSpc>
              <a:spcAft>
                <a:spcPts val="600"/>
              </a:spcAft>
            </a:pPr>
            <a:r>
              <a:rPr lang="en-US" sz="2200" dirty="0" err="1"/>
              <a:t>Ongeslachtelijke</a:t>
            </a:r>
            <a:r>
              <a:rPr lang="en-US" sz="2200" dirty="0"/>
              <a:t> </a:t>
            </a:r>
            <a:r>
              <a:rPr lang="en-US" sz="2200" dirty="0" err="1"/>
              <a:t>voortplanting</a:t>
            </a:r>
            <a:endParaRPr lang="en-US" sz="2200" dirty="0"/>
          </a:p>
          <a:p>
            <a:pPr lvl="1">
              <a:lnSpc>
                <a:spcPts val="1400"/>
              </a:lnSpc>
              <a:spcAft>
                <a:spcPts val="600"/>
              </a:spcAft>
            </a:pPr>
            <a:r>
              <a:rPr lang="en-US" sz="1800" dirty="0" err="1"/>
              <a:t>iedereen</a:t>
            </a:r>
            <a:r>
              <a:rPr lang="en-US" sz="1800" dirty="0"/>
              <a:t> is </a:t>
            </a:r>
            <a:r>
              <a:rPr lang="en-US" sz="1800" dirty="0" err="1"/>
              <a:t>genetisch</a:t>
            </a:r>
            <a:r>
              <a:rPr lang="en-US" sz="1800" dirty="0"/>
              <a:t> </a:t>
            </a:r>
            <a:r>
              <a:rPr lang="en-US" sz="1800" dirty="0" err="1"/>
              <a:t>identiek</a:t>
            </a:r>
            <a:endParaRPr lang="en-US" sz="1800" dirty="0"/>
          </a:p>
          <a:p>
            <a:pPr lvl="1">
              <a:lnSpc>
                <a:spcPts val="1400"/>
              </a:lnSpc>
              <a:spcAft>
                <a:spcPts val="600"/>
              </a:spcAft>
            </a:pPr>
            <a:r>
              <a:rPr lang="en-US" sz="1800" dirty="0" err="1"/>
              <a:t>dezelfde</a:t>
            </a:r>
            <a:r>
              <a:rPr lang="en-US" sz="1800" dirty="0"/>
              <a:t> </a:t>
            </a:r>
            <a:r>
              <a:rPr lang="en-US" sz="1800" dirty="0" err="1"/>
              <a:t>sterktes</a:t>
            </a:r>
            <a:r>
              <a:rPr lang="en-US" sz="1800" dirty="0"/>
              <a:t> </a:t>
            </a:r>
            <a:r>
              <a:rPr lang="en-US" sz="1800" dirty="0" err="1"/>
              <a:t>en</a:t>
            </a:r>
            <a:r>
              <a:rPr lang="en-US" sz="1800" dirty="0"/>
              <a:t> </a:t>
            </a:r>
            <a:r>
              <a:rPr lang="en-US" sz="1800" dirty="0" err="1"/>
              <a:t>zwaktes</a:t>
            </a:r>
            <a:endParaRPr lang="en-US" sz="1800" dirty="0"/>
          </a:p>
          <a:p>
            <a:pPr lvl="1">
              <a:lnSpc>
                <a:spcPts val="1400"/>
              </a:lnSpc>
              <a:spcAft>
                <a:spcPts val="600"/>
              </a:spcAft>
            </a:pPr>
            <a:r>
              <a:rPr lang="en-US" sz="1800" dirty="0" err="1"/>
              <a:t>kleinere</a:t>
            </a:r>
            <a:r>
              <a:rPr lang="en-US" sz="1800" dirty="0"/>
              <a:t> </a:t>
            </a:r>
            <a:r>
              <a:rPr lang="en-US" sz="1800" dirty="0" err="1"/>
              <a:t>overlevingskans</a:t>
            </a:r>
            <a:r>
              <a:rPr lang="en-US" sz="1800" dirty="0"/>
              <a:t> </a:t>
            </a:r>
            <a:r>
              <a:rPr lang="en-US" sz="1800" dirty="0" err="1"/>
              <a:t>bij</a:t>
            </a:r>
            <a:r>
              <a:rPr lang="en-US" sz="1800" dirty="0"/>
              <a:t> </a:t>
            </a:r>
            <a:r>
              <a:rPr lang="en-US" sz="1800" dirty="0" err="1"/>
              <a:t>wijziging</a:t>
            </a:r>
            <a:r>
              <a:rPr lang="en-US" sz="1800" dirty="0"/>
              <a:t> van de </a:t>
            </a:r>
            <a:r>
              <a:rPr lang="en-US" sz="1800" dirty="0" err="1"/>
              <a:t>omgeving</a:t>
            </a:r>
            <a:endParaRPr lang="en-US" sz="1800" dirty="0"/>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181</a:t>
            </a:r>
          </a:p>
        </p:txBody>
      </p:sp>
    </p:spTree>
    <p:extLst>
      <p:ext uri="{BB962C8B-B14F-4D97-AF65-F5344CB8AC3E}">
        <p14:creationId xmlns:p14="http://schemas.microsoft.com/office/powerpoint/2010/main" val="204806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4C0AD-605C-6756-BAB1-82359907B581}"/>
              </a:ext>
            </a:extLst>
          </p:cNvPr>
          <p:cNvSpPr>
            <a:spLocks noGrp="1"/>
          </p:cNvSpPr>
          <p:nvPr>
            <p:ph type="title"/>
          </p:nvPr>
        </p:nvSpPr>
        <p:spPr>
          <a:xfrm>
            <a:off x="838200" y="1137"/>
            <a:ext cx="10515600" cy="1325563"/>
          </a:xfrm>
        </p:spPr>
        <p:txBody>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2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Celdeling</a:t>
            </a:r>
            <a:endParaRPr lang="nl-BE" dirty="0"/>
          </a:p>
        </p:txBody>
      </p:sp>
      <p:sp>
        <p:nvSpPr>
          <p:cNvPr id="3" name="Content Placeholder 2">
            <a:extLst>
              <a:ext uri="{FF2B5EF4-FFF2-40B4-BE49-F238E27FC236}">
                <a16:creationId xmlns:a16="http://schemas.microsoft.com/office/drawing/2014/main" id="{C3F4FB4A-807B-2501-0A4E-9E0DD34497E4}"/>
              </a:ext>
            </a:extLst>
          </p:cNvPr>
          <p:cNvSpPr>
            <a:spLocks noGrp="1"/>
          </p:cNvSpPr>
          <p:nvPr>
            <p:ph idx="1"/>
          </p:nvPr>
        </p:nvSpPr>
        <p:spPr>
          <a:xfrm>
            <a:off x="838200" y="967666"/>
            <a:ext cx="10924712" cy="5138276"/>
          </a:xfrm>
        </p:spPr>
        <p:txBody>
          <a:bodyPr>
            <a:normAutofit/>
          </a:bodyPr>
          <a:lstStyle/>
          <a:p>
            <a:pPr marL="0" indent="0">
              <a:buNone/>
            </a:pP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2</a:t>
            </a:r>
            <a:r>
              <a:rPr lang="nl-NL" sz="3600" b="1" dirty="0">
                <a:solidFill>
                  <a:srgbClr val="FF5966"/>
                </a:solidFill>
                <a:latin typeface="Noto Sans" panose="020B0502040504020204" pitchFamily="34" charset="0"/>
                <a:ea typeface="Noto Sans" panose="020B0502040504020204" pitchFamily="34" charset="0"/>
                <a:cs typeface="Noto Sans" panose="020B0502040504020204" pitchFamily="34" charset="0"/>
              </a:rPr>
              <a:t>.</a:t>
            </a:r>
            <a:r>
              <a:rPr lang="nl-NL" b="1" dirty="0">
                <a:solidFill>
                  <a:srgbClr val="FF5966"/>
                </a:solidFill>
                <a:latin typeface="Noto Sans" panose="020B0502040504020204" pitchFamily="34" charset="0"/>
                <a:ea typeface="Noto Sans" panose="020B0502040504020204" pitchFamily="34" charset="0"/>
                <a:cs typeface="Noto Sans" panose="020B0502040504020204" pitchFamily="34" charset="0"/>
              </a:rPr>
              <a:t>5 Overzicht celdelingen</a:t>
            </a:r>
          </a:p>
        </p:txBody>
      </p:sp>
      <p:sp>
        <p:nvSpPr>
          <p:cNvPr id="5" name="TextBox 4">
            <a:extLst>
              <a:ext uri="{FF2B5EF4-FFF2-40B4-BE49-F238E27FC236}">
                <a16:creationId xmlns:a16="http://schemas.microsoft.com/office/drawing/2014/main" id="{783EC7C8-A538-7EE7-7DE4-1B2B96072DA9}"/>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181</a:t>
            </a:r>
          </a:p>
        </p:txBody>
      </p:sp>
      <p:pic>
        <p:nvPicPr>
          <p:cNvPr id="6" name="Afbeelding 5">
            <a:extLst>
              <a:ext uri="{FF2B5EF4-FFF2-40B4-BE49-F238E27FC236}">
                <a16:creationId xmlns:a16="http://schemas.microsoft.com/office/drawing/2014/main" id="{967923FD-431B-31F1-67CD-36F1ED4D8DD8}"/>
              </a:ext>
            </a:extLst>
          </p:cNvPr>
          <p:cNvPicPr>
            <a:picLocks noChangeAspect="1"/>
          </p:cNvPicPr>
          <p:nvPr/>
        </p:nvPicPr>
        <p:blipFill rotWithShape="1">
          <a:blip r:embed="rId2"/>
          <a:srcRect l="3509" t="3675" r="18243" b="3139"/>
          <a:stretch/>
        </p:blipFill>
        <p:spPr>
          <a:xfrm>
            <a:off x="2504982" y="1577108"/>
            <a:ext cx="7182036" cy="4528834"/>
          </a:xfrm>
          <a:prstGeom prst="rect">
            <a:avLst/>
          </a:prstGeom>
        </p:spPr>
      </p:pic>
    </p:spTree>
    <p:extLst>
      <p:ext uri="{BB962C8B-B14F-4D97-AF65-F5344CB8AC3E}">
        <p14:creationId xmlns:p14="http://schemas.microsoft.com/office/powerpoint/2010/main" val="2986903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A1BE24-DAC0-3D9D-AC30-3E5977423577}"/>
              </a:ext>
            </a:extLst>
          </p:cNvPr>
          <p:cNvSpPr>
            <a:spLocks noGrp="1"/>
          </p:cNvSpPr>
          <p:nvPr>
            <p:ph type="title"/>
          </p:nvPr>
        </p:nvSpPr>
        <p:spPr>
          <a:xfrm>
            <a:off x="838200" y="365125"/>
            <a:ext cx="10515600" cy="1325563"/>
          </a:xfrm>
        </p:spPr>
        <p:txBody>
          <a:bodyPr anchor="ctr">
            <a:normAutofit/>
          </a:bodyP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1 Het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genetisch</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materiaal</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in de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a:t>
            </a:r>
            <a:endParaRPr lang="nl-BE" sz="4400" dirty="0"/>
          </a:p>
        </p:txBody>
      </p:sp>
      <p:sp>
        <p:nvSpPr>
          <p:cNvPr id="6" name="TextBox 6">
            <a:extLst>
              <a:ext uri="{FF2B5EF4-FFF2-40B4-BE49-F238E27FC236}">
                <a16:creationId xmlns:a16="http://schemas.microsoft.com/office/drawing/2014/main" id="{C1884292-BEC6-BC8E-CCFD-67D682FA99F5}"/>
              </a:ext>
            </a:extLst>
          </p:cNvPr>
          <p:cNvSpPr txBox="1"/>
          <p:nvPr/>
        </p:nvSpPr>
        <p:spPr>
          <a:xfrm>
            <a:off x="838200" y="2447921"/>
            <a:ext cx="10515600" cy="923330"/>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JUIST/FOUT?</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sz="1800" dirty="0">
                <a:effectLst/>
                <a:latin typeface="Calibri" panose="020F0502020204030204" pitchFamily="34" charset="0"/>
                <a:ea typeface="Calibri" panose="020F0502020204030204" pitchFamily="34" charset="0"/>
                <a:cs typeface="Times New Roman" panose="02020603050405020304" pitchFamily="18" charset="0"/>
              </a:rPr>
              <a:t>De celcyclus bevat de interfase en de celdeling.</a:t>
            </a:r>
          </a:p>
          <a:p>
            <a:endParaRPr lang="nl-BE" dirty="0"/>
          </a:p>
        </p:txBody>
      </p:sp>
      <p:sp>
        <p:nvSpPr>
          <p:cNvPr id="3" name="TextBox 4">
            <a:extLst>
              <a:ext uri="{FF2B5EF4-FFF2-40B4-BE49-F238E27FC236}">
                <a16:creationId xmlns:a16="http://schemas.microsoft.com/office/drawing/2014/main" id="{557B153C-8510-81F3-F695-3D0054DFB723}"/>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182</a:t>
            </a:r>
          </a:p>
        </p:txBody>
      </p:sp>
    </p:spTree>
    <p:extLst>
      <p:ext uri="{BB962C8B-B14F-4D97-AF65-F5344CB8AC3E}">
        <p14:creationId xmlns:p14="http://schemas.microsoft.com/office/powerpoint/2010/main" val="40274136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A1BE24-DAC0-3D9D-AC30-3E5977423577}"/>
              </a:ext>
            </a:extLst>
          </p:cNvPr>
          <p:cNvSpPr>
            <a:spLocks noGrp="1"/>
          </p:cNvSpPr>
          <p:nvPr>
            <p:ph type="title"/>
          </p:nvPr>
        </p:nvSpPr>
        <p:spPr>
          <a:xfrm>
            <a:off x="838200" y="365125"/>
            <a:ext cx="10515600" cy="1325563"/>
          </a:xfrm>
        </p:spPr>
        <p:txBody>
          <a:bodyPr anchor="ct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1 Het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genetisch</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materiaal</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in de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a:t>
            </a:r>
            <a:endParaRPr lang="nl-BE" dirty="0"/>
          </a:p>
        </p:txBody>
      </p:sp>
      <p:grpSp>
        <p:nvGrpSpPr>
          <p:cNvPr id="2" name="Groep 1">
            <a:extLst>
              <a:ext uri="{FF2B5EF4-FFF2-40B4-BE49-F238E27FC236}">
                <a16:creationId xmlns:a16="http://schemas.microsoft.com/office/drawing/2014/main" id="{F43A800C-4459-B8A9-172C-73DEC8B6D737}"/>
              </a:ext>
            </a:extLst>
          </p:cNvPr>
          <p:cNvGrpSpPr/>
          <p:nvPr/>
        </p:nvGrpSpPr>
        <p:grpSpPr>
          <a:xfrm>
            <a:off x="838200" y="2421288"/>
            <a:ext cx="10515600" cy="2551720"/>
            <a:chOff x="838200" y="3530777"/>
            <a:chExt cx="10515600" cy="2551720"/>
          </a:xfrm>
        </p:grpSpPr>
        <p:sp>
          <p:nvSpPr>
            <p:cNvPr id="6" name="TextBox 6">
              <a:extLst>
                <a:ext uri="{FF2B5EF4-FFF2-40B4-BE49-F238E27FC236}">
                  <a16:creationId xmlns:a16="http://schemas.microsoft.com/office/drawing/2014/main" id="{C1884292-BEC6-BC8E-CCFD-67D682FA99F5}"/>
                </a:ext>
              </a:extLst>
            </p:cNvPr>
            <p:cNvSpPr txBox="1"/>
            <p:nvPr/>
          </p:nvSpPr>
          <p:spPr>
            <a:xfrm>
              <a:off x="838200" y="3530777"/>
              <a:ext cx="10515600" cy="923330"/>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JUIST/FOUT?</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sz="1800" dirty="0">
                  <a:effectLst/>
                  <a:latin typeface="Calibri" panose="020F0502020204030204" pitchFamily="34" charset="0"/>
                  <a:ea typeface="Calibri" panose="020F0502020204030204" pitchFamily="34" charset="0"/>
                  <a:cs typeface="Times New Roman" panose="02020603050405020304" pitchFamily="18" charset="0"/>
                </a:rPr>
                <a:t>De celcyclus bevat de interfase en de celdeling. </a:t>
              </a:r>
            </a:p>
            <a:p>
              <a:endPar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endParaRPr>
            </a:p>
          </p:txBody>
        </p:sp>
        <p:sp>
          <p:nvSpPr>
            <p:cNvPr id="7" name="TextBox 6">
              <a:extLst>
                <a:ext uri="{FF2B5EF4-FFF2-40B4-BE49-F238E27FC236}">
                  <a16:creationId xmlns:a16="http://schemas.microsoft.com/office/drawing/2014/main" id="{4D2051D8-DFEA-70F3-C889-735AB7D8EC67}"/>
                </a:ext>
              </a:extLst>
            </p:cNvPr>
            <p:cNvSpPr txBox="1"/>
            <p:nvPr/>
          </p:nvSpPr>
          <p:spPr>
            <a:xfrm>
              <a:off x="838200" y="4605169"/>
              <a:ext cx="10515600" cy="1477328"/>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Antwoord:</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dirty="0"/>
                <a:t>Juist. De interfase is de voorbereiding op een celdeling en gebeurt voor een celdeling. Bij de celdeling zelf, mitose of meiose, splitst de moedercel in nieuwe dochtercellen. De celcyclus of het leven van een cel bevat steeds een interfase en een celdeling.</a:t>
              </a:r>
            </a:p>
            <a:p>
              <a:endParaRPr lang="nl-BE" dirty="0"/>
            </a:p>
          </p:txBody>
        </p:sp>
      </p:grpSp>
      <p:sp>
        <p:nvSpPr>
          <p:cNvPr id="3" name="TextBox 4">
            <a:extLst>
              <a:ext uri="{FF2B5EF4-FFF2-40B4-BE49-F238E27FC236}">
                <a16:creationId xmlns:a16="http://schemas.microsoft.com/office/drawing/2014/main" id="{557B153C-8510-81F3-F695-3D0054DFB723}"/>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182</a:t>
            </a:r>
          </a:p>
        </p:txBody>
      </p:sp>
    </p:spTree>
    <p:extLst>
      <p:ext uri="{BB962C8B-B14F-4D97-AF65-F5344CB8AC3E}">
        <p14:creationId xmlns:p14="http://schemas.microsoft.com/office/powerpoint/2010/main" val="702372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A1BE24-DAC0-3D9D-AC30-3E5977423577}"/>
              </a:ext>
            </a:extLst>
          </p:cNvPr>
          <p:cNvSpPr>
            <a:spLocks noGrp="1"/>
          </p:cNvSpPr>
          <p:nvPr>
            <p:ph type="title"/>
          </p:nvPr>
        </p:nvSpPr>
        <p:spPr>
          <a:xfrm>
            <a:off x="838200" y="365125"/>
            <a:ext cx="10515600" cy="1325563"/>
          </a:xfrm>
        </p:spPr>
        <p:txBody>
          <a:bodyPr anchor="ct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1 Het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genetisch</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materiaal</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in de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a:t>
            </a:r>
            <a:endParaRPr lang="nl-BE" dirty="0"/>
          </a:p>
        </p:txBody>
      </p:sp>
      <p:sp>
        <p:nvSpPr>
          <p:cNvPr id="6" name="TextBox 6">
            <a:extLst>
              <a:ext uri="{FF2B5EF4-FFF2-40B4-BE49-F238E27FC236}">
                <a16:creationId xmlns:a16="http://schemas.microsoft.com/office/drawing/2014/main" id="{C1884292-BEC6-BC8E-CCFD-67D682FA99F5}"/>
              </a:ext>
            </a:extLst>
          </p:cNvPr>
          <p:cNvSpPr txBox="1"/>
          <p:nvPr/>
        </p:nvSpPr>
        <p:spPr>
          <a:xfrm>
            <a:off x="838200" y="2421288"/>
            <a:ext cx="10515600" cy="923330"/>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JUIST/FOUT?</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De G</a:t>
            </a:r>
            <a:r>
              <a:rPr lang="nl-BE" sz="1800" baseline="-250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o</a:t>
            </a:r>
            <a:r>
              <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-fase gebeurt elke keer in alle cellen.</a:t>
            </a:r>
          </a:p>
          <a:p>
            <a:endParaRPr lang="nl-BE" dirty="0"/>
          </a:p>
        </p:txBody>
      </p:sp>
      <p:sp>
        <p:nvSpPr>
          <p:cNvPr id="3" name="TextBox 4">
            <a:extLst>
              <a:ext uri="{FF2B5EF4-FFF2-40B4-BE49-F238E27FC236}">
                <a16:creationId xmlns:a16="http://schemas.microsoft.com/office/drawing/2014/main" id="{557B153C-8510-81F3-F695-3D0054DFB723}"/>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182</a:t>
            </a:r>
          </a:p>
        </p:txBody>
      </p:sp>
    </p:spTree>
    <p:extLst>
      <p:ext uri="{BB962C8B-B14F-4D97-AF65-F5344CB8AC3E}">
        <p14:creationId xmlns:p14="http://schemas.microsoft.com/office/powerpoint/2010/main" val="1155509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A1BE24-DAC0-3D9D-AC30-3E5977423577}"/>
              </a:ext>
            </a:extLst>
          </p:cNvPr>
          <p:cNvSpPr>
            <a:spLocks noGrp="1"/>
          </p:cNvSpPr>
          <p:nvPr>
            <p:ph type="title"/>
          </p:nvPr>
        </p:nvSpPr>
        <p:spPr>
          <a:xfrm>
            <a:off x="838200" y="365125"/>
            <a:ext cx="10515600" cy="1325563"/>
          </a:xfrm>
        </p:spPr>
        <p:txBody>
          <a:bodyPr anchor="ct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1 Het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genetisch</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materiaal</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in de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a:t>
            </a:r>
            <a:endParaRPr lang="nl-BE" dirty="0"/>
          </a:p>
        </p:txBody>
      </p:sp>
      <p:grpSp>
        <p:nvGrpSpPr>
          <p:cNvPr id="2" name="Groep 1">
            <a:extLst>
              <a:ext uri="{FF2B5EF4-FFF2-40B4-BE49-F238E27FC236}">
                <a16:creationId xmlns:a16="http://schemas.microsoft.com/office/drawing/2014/main" id="{F43A800C-4459-B8A9-172C-73DEC8B6D737}"/>
              </a:ext>
            </a:extLst>
          </p:cNvPr>
          <p:cNvGrpSpPr/>
          <p:nvPr/>
        </p:nvGrpSpPr>
        <p:grpSpPr>
          <a:xfrm>
            <a:off x="838200" y="2421288"/>
            <a:ext cx="10515600" cy="2274721"/>
            <a:chOff x="838200" y="3530777"/>
            <a:chExt cx="10515600" cy="2274721"/>
          </a:xfrm>
        </p:grpSpPr>
        <p:sp>
          <p:nvSpPr>
            <p:cNvPr id="6" name="TextBox 6">
              <a:extLst>
                <a:ext uri="{FF2B5EF4-FFF2-40B4-BE49-F238E27FC236}">
                  <a16:creationId xmlns:a16="http://schemas.microsoft.com/office/drawing/2014/main" id="{C1884292-BEC6-BC8E-CCFD-67D682FA99F5}"/>
                </a:ext>
              </a:extLst>
            </p:cNvPr>
            <p:cNvSpPr txBox="1"/>
            <p:nvPr/>
          </p:nvSpPr>
          <p:spPr>
            <a:xfrm>
              <a:off x="838200" y="3530777"/>
              <a:ext cx="10515600" cy="923330"/>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JUIST/FOUT?</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De G</a:t>
              </a:r>
              <a:r>
                <a:rPr lang="nl-BE" sz="1800" baseline="-250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o</a:t>
              </a:r>
              <a:r>
                <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-fase gebeurt elke keer in alle cellen.</a:t>
              </a:r>
            </a:p>
            <a:p>
              <a:endPar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endParaRPr>
            </a:p>
          </p:txBody>
        </p:sp>
        <p:sp>
          <p:nvSpPr>
            <p:cNvPr id="7" name="TextBox 6">
              <a:extLst>
                <a:ext uri="{FF2B5EF4-FFF2-40B4-BE49-F238E27FC236}">
                  <a16:creationId xmlns:a16="http://schemas.microsoft.com/office/drawing/2014/main" id="{4D2051D8-DFEA-70F3-C889-735AB7D8EC67}"/>
                </a:ext>
              </a:extLst>
            </p:cNvPr>
            <p:cNvSpPr txBox="1"/>
            <p:nvPr/>
          </p:nvSpPr>
          <p:spPr>
            <a:xfrm>
              <a:off x="838200" y="4605169"/>
              <a:ext cx="10515600" cy="1200329"/>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Antwoord:</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dirty="0"/>
                <a:t>Fout. De Go-fase of de out of </a:t>
              </a:r>
              <a:r>
                <a:rPr lang="nl-BE" dirty="0" err="1"/>
                <a:t>cycle</a:t>
              </a:r>
              <a:r>
                <a:rPr lang="nl-BE" dirty="0"/>
                <a:t>-fase is een fase waarbij cellen de celcyclus verlaten en stoppen met delen. Dit gebeurt enkel bij specifieke cellen zoals zenuwcellen.</a:t>
              </a:r>
            </a:p>
            <a:p>
              <a:endParaRPr lang="nl-BE" dirty="0"/>
            </a:p>
          </p:txBody>
        </p:sp>
      </p:grpSp>
      <p:sp>
        <p:nvSpPr>
          <p:cNvPr id="3" name="TextBox 4">
            <a:extLst>
              <a:ext uri="{FF2B5EF4-FFF2-40B4-BE49-F238E27FC236}">
                <a16:creationId xmlns:a16="http://schemas.microsoft.com/office/drawing/2014/main" id="{557B153C-8510-81F3-F695-3D0054DFB723}"/>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182</a:t>
            </a:r>
          </a:p>
        </p:txBody>
      </p:sp>
    </p:spTree>
    <p:extLst>
      <p:ext uri="{BB962C8B-B14F-4D97-AF65-F5344CB8AC3E}">
        <p14:creationId xmlns:p14="http://schemas.microsoft.com/office/powerpoint/2010/main" val="10349600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A1BE24-DAC0-3D9D-AC30-3E5977423577}"/>
              </a:ext>
            </a:extLst>
          </p:cNvPr>
          <p:cNvSpPr>
            <a:spLocks noGrp="1"/>
          </p:cNvSpPr>
          <p:nvPr>
            <p:ph type="title"/>
          </p:nvPr>
        </p:nvSpPr>
        <p:spPr>
          <a:xfrm>
            <a:off x="838200" y="365125"/>
            <a:ext cx="10515600" cy="1325563"/>
          </a:xfrm>
        </p:spPr>
        <p:txBody>
          <a:bodyPr anchor="ct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1 Het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genetisch</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materiaal</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in de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a:t>
            </a:r>
            <a:endParaRPr lang="nl-BE" dirty="0"/>
          </a:p>
        </p:txBody>
      </p:sp>
      <p:sp>
        <p:nvSpPr>
          <p:cNvPr id="6" name="TextBox 6">
            <a:extLst>
              <a:ext uri="{FF2B5EF4-FFF2-40B4-BE49-F238E27FC236}">
                <a16:creationId xmlns:a16="http://schemas.microsoft.com/office/drawing/2014/main" id="{C1884292-BEC6-BC8E-CCFD-67D682FA99F5}"/>
              </a:ext>
            </a:extLst>
          </p:cNvPr>
          <p:cNvSpPr txBox="1"/>
          <p:nvPr/>
        </p:nvSpPr>
        <p:spPr>
          <a:xfrm>
            <a:off x="838200" y="2421288"/>
            <a:ext cx="10515600" cy="1200329"/>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JUIST/FOUT?</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De mitose verloopt via de volgende achtereenvolgende fasen: </a:t>
            </a:r>
            <a:r>
              <a:rPr lang="nl-BE" sz="1800" dirty="0" err="1">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profase</a:t>
            </a:r>
            <a:r>
              <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 metafase, </a:t>
            </a:r>
            <a:r>
              <a:rPr lang="nl-BE" sz="1800" dirty="0" err="1">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telofase</a:t>
            </a:r>
            <a:r>
              <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rPr>
              <a:t> en anafase.</a:t>
            </a:r>
          </a:p>
          <a:p>
            <a:endParaRPr lang="nl-BE" dirty="0"/>
          </a:p>
        </p:txBody>
      </p:sp>
      <p:sp>
        <p:nvSpPr>
          <p:cNvPr id="3" name="TextBox 4">
            <a:extLst>
              <a:ext uri="{FF2B5EF4-FFF2-40B4-BE49-F238E27FC236}">
                <a16:creationId xmlns:a16="http://schemas.microsoft.com/office/drawing/2014/main" id="{557B153C-8510-81F3-F695-3D0054DFB723}"/>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182</a:t>
            </a:r>
          </a:p>
        </p:txBody>
      </p:sp>
    </p:spTree>
    <p:extLst>
      <p:ext uri="{BB962C8B-B14F-4D97-AF65-F5344CB8AC3E}">
        <p14:creationId xmlns:p14="http://schemas.microsoft.com/office/powerpoint/2010/main" val="38138077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A1BE24-DAC0-3D9D-AC30-3E5977423577}"/>
              </a:ext>
            </a:extLst>
          </p:cNvPr>
          <p:cNvSpPr>
            <a:spLocks noGrp="1"/>
          </p:cNvSpPr>
          <p:nvPr>
            <p:ph type="title"/>
          </p:nvPr>
        </p:nvSpPr>
        <p:spPr>
          <a:xfrm>
            <a:off x="838200" y="365125"/>
            <a:ext cx="10515600" cy="1325563"/>
          </a:xfrm>
        </p:spPr>
        <p:txBody>
          <a:bodyPr anchor="ct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1 Het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genetisch</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materiaal</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in de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a:t>
            </a:r>
            <a:endParaRPr lang="nl-BE" dirty="0"/>
          </a:p>
        </p:txBody>
      </p:sp>
      <p:grpSp>
        <p:nvGrpSpPr>
          <p:cNvPr id="2" name="Groep 1">
            <a:extLst>
              <a:ext uri="{FF2B5EF4-FFF2-40B4-BE49-F238E27FC236}">
                <a16:creationId xmlns:a16="http://schemas.microsoft.com/office/drawing/2014/main" id="{F43A800C-4459-B8A9-172C-73DEC8B6D737}"/>
              </a:ext>
            </a:extLst>
          </p:cNvPr>
          <p:cNvGrpSpPr/>
          <p:nvPr/>
        </p:nvGrpSpPr>
        <p:grpSpPr>
          <a:xfrm>
            <a:off x="838200" y="2421288"/>
            <a:ext cx="10515600" cy="2274721"/>
            <a:chOff x="838200" y="3530777"/>
            <a:chExt cx="10515600" cy="2274721"/>
          </a:xfrm>
        </p:grpSpPr>
        <p:sp>
          <p:nvSpPr>
            <p:cNvPr id="6" name="TextBox 6">
              <a:extLst>
                <a:ext uri="{FF2B5EF4-FFF2-40B4-BE49-F238E27FC236}">
                  <a16:creationId xmlns:a16="http://schemas.microsoft.com/office/drawing/2014/main" id="{C1884292-BEC6-BC8E-CCFD-67D682FA99F5}"/>
                </a:ext>
              </a:extLst>
            </p:cNvPr>
            <p:cNvSpPr txBox="1"/>
            <p:nvPr/>
          </p:nvSpPr>
          <p:spPr>
            <a:xfrm>
              <a:off x="838200" y="3530777"/>
              <a:ext cx="10515600" cy="923330"/>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JUIST/FOUT?</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sz="1800" dirty="0">
                  <a:effectLst/>
                  <a:latin typeface="Calibri" panose="020F0502020204030204" pitchFamily="34" charset="0"/>
                  <a:ea typeface="Calibri" panose="020F0502020204030204" pitchFamily="34" charset="0"/>
                  <a:cs typeface="Times New Roman" panose="02020603050405020304" pitchFamily="18" charset="0"/>
                </a:rPr>
                <a:t>De mitose verloopt via de volgende achtereenvolgende fasen: </a:t>
              </a:r>
              <a:r>
                <a:rPr lang="nl-BE" sz="1800" dirty="0" err="1">
                  <a:effectLst/>
                  <a:latin typeface="Calibri" panose="020F0502020204030204" pitchFamily="34" charset="0"/>
                  <a:ea typeface="Calibri" panose="020F0502020204030204" pitchFamily="34" charset="0"/>
                  <a:cs typeface="Times New Roman" panose="02020603050405020304" pitchFamily="18" charset="0"/>
                </a:rPr>
                <a:t>profase</a:t>
              </a:r>
              <a:r>
                <a:rPr lang="nl-BE" sz="1800" dirty="0">
                  <a:effectLst/>
                  <a:latin typeface="Calibri" panose="020F0502020204030204" pitchFamily="34" charset="0"/>
                  <a:ea typeface="Calibri" panose="020F0502020204030204" pitchFamily="34" charset="0"/>
                  <a:cs typeface="Times New Roman" panose="02020603050405020304" pitchFamily="18" charset="0"/>
                </a:rPr>
                <a:t>, metafase, </a:t>
              </a:r>
              <a:r>
                <a:rPr lang="nl-BE" sz="1800" dirty="0" err="1">
                  <a:effectLst/>
                  <a:latin typeface="Calibri" panose="020F0502020204030204" pitchFamily="34" charset="0"/>
                  <a:ea typeface="Calibri" panose="020F0502020204030204" pitchFamily="34" charset="0"/>
                  <a:cs typeface="Times New Roman" panose="02020603050405020304" pitchFamily="18" charset="0"/>
                </a:rPr>
                <a:t>telofase</a:t>
              </a:r>
              <a:r>
                <a:rPr lang="nl-BE" sz="1800" dirty="0">
                  <a:effectLst/>
                  <a:latin typeface="Calibri" panose="020F0502020204030204" pitchFamily="34" charset="0"/>
                  <a:ea typeface="Calibri" panose="020F0502020204030204" pitchFamily="34" charset="0"/>
                  <a:cs typeface="Times New Roman" panose="02020603050405020304" pitchFamily="18" charset="0"/>
                </a:rPr>
                <a:t> en anafase. </a:t>
              </a:r>
            </a:p>
            <a:p>
              <a:endPar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endParaRPr>
            </a:p>
          </p:txBody>
        </p:sp>
        <p:sp>
          <p:nvSpPr>
            <p:cNvPr id="7" name="TextBox 6">
              <a:extLst>
                <a:ext uri="{FF2B5EF4-FFF2-40B4-BE49-F238E27FC236}">
                  <a16:creationId xmlns:a16="http://schemas.microsoft.com/office/drawing/2014/main" id="{4D2051D8-DFEA-70F3-C889-735AB7D8EC67}"/>
                </a:ext>
              </a:extLst>
            </p:cNvPr>
            <p:cNvSpPr txBox="1"/>
            <p:nvPr/>
          </p:nvSpPr>
          <p:spPr>
            <a:xfrm>
              <a:off x="838200" y="4605169"/>
              <a:ext cx="10515600" cy="1200329"/>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Antwoord:</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dirty="0"/>
                <a:t>Fout. De mitose is een celdeling waarbij een moedercel splitst in twee dochtercellen. De fasen van een mitose zijn </a:t>
              </a:r>
              <a:r>
                <a:rPr lang="nl-BE" dirty="0" err="1"/>
                <a:t>profase</a:t>
              </a:r>
              <a:r>
                <a:rPr lang="nl-BE" dirty="0"/>
                <a:t>, metafase, anafase en </a:t>
              </a:r>
              <a:r>
                <a:rPr lang="nl-BE" dirty="0" err="1"/>
                <a:t>telofase</a:t>
              </a:r>
              <a:r>
                <a:rPr lang="nl-BE" dirty="0"/>
                <a:t>.</a:t>
              </a:r>
            </a:p>
            <a:p>
              <a:endParaRPr lang="nl-BE" dirty="0"/>
            </a:p>
          </p:txBody>
        </p:sp>
      </p:grpSp>
      <p:sp>
        <p:nvSpPr>
          <p:cNvPr id="3" name="TextBox 4">
            <a:extLst>
              <a:ext uri="{FF2B5EF4-FFF2-40B4-BE49-F238E27FC236}">
                <a16:creationId xmlns:a16="http://schemas.microsoft.com/office/drawing/2014/main" id="{557B153C-8510-81F3-F695-3D0054DFB723}"/>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182</a:t>
            </a:r>
          </a:p>
        </p:txBody>
      </p:sp>
    </p:spTree>
    <p:extLst>
      <p:ext uri="{BB962C8B-B14F-4D97-AF65-F5344CB8AC3E}">
        <p14:creationId xmlns:p14="http://schemas.microsoft.com/office/powerpoint/2010/main" val="3163411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A1BE24-DAC0-3D9D-AC30-3E5977423577}"/>
              </a:ext>
            </a:extLst>
          </p:cNvPr>
          <p:cNvSpPr>
            <a:spLocks noGrp="1"/>
          </p:cNvSpPr>
          <p:nvPr>
            <p:ph type="title"/>
          </p:nvPr>
        </p:nvSpPr>
        <p:spPr>
          <a:xfrm>
            <a:off x="838200" y="365125"/>
            <a:ext cx="10515600" cy="1325563"/>
          </a:xfrm>
        </p:spPr>
        <p:txBody>
          <a:bodyPr anchor="ct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1 Het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genetisch</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materiaal</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in de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a:t>
            </a:r>
            <a:endParaRPr lang="nl-BE" dirty="0"/>
          </a:p>
        </p:txBody>
      </p:sp>
      <p:sp>
        <p:nvSpPr>
          <p:cNvPr id="6" name="TextBox 6">
            <a:extLst>
              <a:ext uri="{FF2B5EF4-FFF2-40B4-BE49-F238E27FC236}">
                <a16:creationId xmlns:a16="http://schemas.microsoft.com/office/drawing/2014/main" id="{C1884292-BEC6-BC8E-CCFD-67D682FA99F5}"/>
              </a:ext>
            </a:extLst>
          </p:cNvPr>
          <p:cNvSpPr txBox="1"/>
          <p:nvPr/>
        </p:nvSpPr>
        <p:spPr>
          <a:xfrm>
            <a:off x="838200" y="2421288"/>
            <a:ext cx="10515600" cy="825867"/>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JUIST/FOUT?</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pPr>
              <a:lnSpc>
                <a:spcPts val="1400"/>
              </a:lnSpc>
            </a:pPr>
            <a:r>
              <a:rPr lang="nl-BE"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Crossing-over gebeurt tijdens de meiose in </a:t>
            </a:r>
            <a:r>
              <a:rPr lang="nl-BE" sz="18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profase</a:t>
            </a:r>
            <a:r>
              <a:rPr lang="nl-BE"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a:t>
            </a:r>
            <a:endPar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endParaRPr>
          </a:p>
          <a:p>
            <a:endParaRPr lang="nl-BE" dirty="0"/>
          </a:p>
        </p:txBody>
      </p:sp>
      <p:sp>
        <p:nvSpPr>
          <p:cNvPr id="3" name="TextBox 4">
            <a:extLst>
              <a:ext uri="{FF2B5EF4-FFF2-40B4-BE49-F238E27FC236}">
                <a16:creationId xmlns:a16="http://schemas.microsoft.com/office/drawing/2014/main" id="{557B153C-8510-81F3-F695-3D0054DFB723}"/>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182</a:t>
            </a:r>
          </a:p>
        </p:txBody>
      </p:sp>
    </p:spTree>
    <p:extLst>
      <p:ext uri="{BB962C8B-B14F-4D97-AF65-F5344CB8AC3E}">
        <p14:creationId xmlns:p14="http://schemas.microsoft.com/office/powerpoint/2010/main" val="24351941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A1BE24-DAC0-3D9D-AC30-3E5977423577}"/>
              </a:ext>
            </a:extLst>
          </p:cNvPr>
          <p:cNvSpPr>
            <a:spLocks noGrp="1"/>
          </p:cNvSpPr>
          <p:nvPr>
            <p:ph type="title"/>
          </p:nvPr>
        </p:nvSpPr>
        <p:spPr>
          <a:xfrm>
            <a:off x="838200" y="365125"/>
            <a:ext cx="10515600" cy="1325563"/>
          </a:xfrm>
        </p:spPr>
        <p:txBody>
          <a:bodyPr anchor="ct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1 Het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genetisch</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materiaal</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in de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a:t>
            </a:r>
            <a:endParaRPr lang="nl-BE" dirty="0"/>
          </a:p>
        </p:txBody>
      </p:sp>
      <p:grpSp>
        <p:nvGrpSpPr>
          <p:cNvPr id="2" name="Groep 1">
            <a:extLst>
              <a:ext uri="{FF2B5EF4-FFF2-40B4-BE49-F238E27FC236}">
                <a16:creationId xmlns:a16="http://schemas.microsoft.com/office/drawing/2014/main" id="{F43A800C-4459-B8A9-172C-73DEC8B6D737}"/>
              </a:ext>
            </a:extLst>
          </p:cNvPr>
          <p:cNvGrpSpPr/>
          <p:nvPr/>
        </p:nvGrpSpPr>
        <p:grpSpPr>
          <a:xfrm>
            <a:off x="838200" y="2421288"/>
            <a:ext cx="10515600" cy="2828718"/>
            <a:chOff x="838200" y="3530777"/>
            <a:chExt cx="10515600" cy="2828718"/>
          </a:xfrm>
        </p:grpSpPr>
        <p:sp>
          <p:nvSpPr>
            <p:cNvPr id="6" name="TextBox 6">
              <a:extLst>
                <a:ext uri="{FF2B5EF4-FFF2-40B4-BE49-F238E27FC236}">
                  <a16:creationId xmlns:a16="http://schemas.microsoft.com/office/drawing/2014/main" id="{C1884292-BEC6-BC8E-CCFD-67D682FA99F5}"/>
                </a:ext>
              </a:extLst>
            </p:cNvPr>
            <p:cNvSpPr txBox="1"/>
            <p:nvPr/>
          </p:nvSpPr>
          <p:spPr>
            <a:xfrm>
              <a:off x="838200" y="3530777"/>
              <a:ext cx="10515600" cy="825867"/>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JUIST/FOUT?</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pPr>
                <a:lnSpc>
                  <a:spcPts val="1400"/>
                </a:lnSpc>
              </a:pPr>
              <a:r>
                <a:rPr lang="nl-BE"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Crossing-over gebeurt tijdens de meiose in </a:t>
              </a:r>
              <a:r>
                <a:rPr lang="nl-BE" sz="18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profase</a:t>
              </a:r>
              <a:r>
                <a:rPr lang="nl-BE"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2.</a:t>
              </a:r>
              <a:endPar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endParaRPr>
            </a:p>
            <a:p>
              <a:endPar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endParaRPr>
            </a:p>
          </p:txBody>
        </p:sp>
        <p:sp>
          <p:nvSpPr>
            <p:cNvPr id="7" name="TextBox 6">
              <a:extLst>
                <a:ext uri="{FF2B5EF4-FFF2-40B4-BE49-F238E27FC236}">
                  <a16:creationId xmlns:a16="http://schemas.microsoft.com/office/drawing/2014/main" id="{4D2051D8-DFEA-70F3-C889-735AB7D8EC67}"/>
                </a:ext>
              </a:extLst>
            </p:cNvPr>
            <p:cNvSpPr txBox="1"/>
            <p:nvPr/>
          </p:nvSpPr>
          <p:spPr>
            <a:xfrm>
              <a:off x="838200" y="4605169"/>
              <a:ext cx="10515600" cy="1754326"/>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Antwoord:</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dirty="0"/>
                <a:t>Fout. De crossing-over is een proces waarbij twee homologe chromosomen dicht bij elkaar liggen waardoor er tussen de </a:t>
              </a:r>
              <a:r>
                <a:rPr lang="nl-BE" dirty="0" err="1"/>
                <a:t>chromatide</a:t>
              </a:r>
              <a:r>
                <a:rPr lang="nl-BE" dirty="0"/>
                <a:t> stukjes DNA uitgewisseld worden. Het dicht bij elkaar liggen van deze homologe chromosomen gebeurt enkel in </a:t>
              </a:r>
              <a:r>
                <a:rPr lang="nl-BE" dirty="0" err="1"/>
                <a:t>profase</a:t>
              </a:r>
              <a:r>
                <a:rPr lang="nl-BE" dirty="0"/>
                <a:t> 1, want in </a:t>
              </a:r>
              <a:r>
                <a:rPr lang="nl-BE" dirty="0" err="1"/>
                <a:t>profase</a:t>
              </a:r>
              <a:r>
                <a:rPr lang="nl-BE" dirty="0"/>
                <a:t> 2 zijn de homologe chromosomen al gesplitst van elkaar.</a:t>
              </a:r>
            </a:p>
            <a:p>
              <a:endParaRPr lang="nl-BE" dirty="0"/>
            </a:p>
          </p:txBody>
        </p:sp>
      </p:grpSp>
      <p:sp>
        <p:nvSpPr>
          <p:cNvPr id="3" name="TextBox 4">
            <a:extLst>
              <a:ext uri="{FF2B5EF4-FFF2-40B4-BE49-F238E27FC236}">
                <a16:creationId xmlns:a16="http://schemas.microsoft.com/office/drawing/2014/main" id="{557B153C-8510-81F3-F695-3D0054DFB723}"/>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182</a:t>
            </a:r>
          </a:p>
        </p:txBody>
      </p:sp>
    </p:spTree>
    <p:extLst>
      <p:ext uri="{BB962C8B-B14F-4D97-AF65-F5344CB8AC3E}">
        <p14:creationId xmlns:p14="http://schemas.microsoft.com/office/powerpoint/2010/main" val="35400117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A1BE24-DAC0-3D9D-AC30-3E5977423577}"/>
              </a:ext>
            </a:extLst>
          </p:cNvPr>
          <p:cNvSpPr>
            <a:spLocks noGrp="1"/>
          </p:cNvSpPr>
          <p:nvPr>
            <p:ph type="title"/>
          </p:nvPr>
        </p:nvSpPr>
        <p:spPr>
          <a:xfrm>
            <a:off x="838200" y="365125"/>
            <a:ext cx="10515600" cy="1325563"/>
          </a:xfrm>
        </p:spPr>
        <p:txBody>
          <a:bodyPr anchor="ct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1 Het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genetisch</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materiaal</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in de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a:t>
            </a:r>
            <a:endParaRPr lang="nl-BE" dirty="0"/>
          </a:p>
        </p:txBody>
      </p:sp>
      <p:sp>
        <p:nvSpPr>
          <p:cNvPr id="6" name="TextBox 6">
            <a:extLst>
              <a:ext uri="{FF2B5EF4-FFF2-40B4-BE49-F238E27FC236}">
                <a16:creationId xmlns:a16="http://schemas.microsoft.com/office/drawing/2014/main" id="{C1884292-BEC6-BC8E-CCFD-67D682FA99F5}"/>
              </a:ext>
            </a:extLst>
          </p:cNvPr>
          <p:cNvSpPr txBox="1"/>
          <p:nvPr/>
        </p:nvSpPr>
        <p:spPr>
          <a:xfrm>
            <a:off x="838200" y="2421288"/>
            <a:ext cx="10515600" cy="923971"/>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JUIST/FOUT?</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pPr>
              <a:lnSpc>
                <a:spcPts val="1400"/>
              </a:lnSpc>
            </a:pPr>
            <a:r>
              <a:rPr lang="nl-BE" dirty="0" err="1"/>
              <a:t>Mixing</a:t>
            </a:r>
            <a:r>
              <a:rPr lang="nl-BE" dirty="0"/>
              <a:t> is het proces waarbij door toeval de </a:t>
            </a:r>
            <a:r>
              <a:rPr lang="nl-BE" dirty="0" err="1"/>
              <a:t>paternale</a:t>
            </a:r>
            <a:r>
              <a:rPr lang="nl-BE" dirty="0"/>
              <a:t> en maternale chromosomen verdeeld worden over de toekomstige dochtercellen.</a:t>
            </a:r>
          </a:p>
          <a:p>
            <a:pPr>
              <a:lnSpc>
                <a:spcPts val="1400"/>
              </a:lnSpc>
            </a:pPr>
            <a:endParaRPr lang="nl-BE" dirty="0"/>
          </a:p>
        </p:txBody>
      </p:sp>
      <p:sp>
        <p:nvSpPr>
          <p:cNvPr id="3" name="TextBox 4">
            <a:extLst>
              <a:ext uri="{FF2B5EF4-FFF2-40B4-BE49-F238E27FC236}">
                <a16:creationId xmlns:a16="http://schemas.microsoft.com/office/drawing/2014/main" id="{557B153C-8510-81F3-F695-3D0054DFB723}"/>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182</a:t>
            </a:r>
          </a:p>
        </p:txBody>
      </p:sp>
    </p:spTree>
    <p:extLst>
      <p:ext uri="{BB962C8B-B14F-4D97-AF65-F5344CB8AC3E}">
        <p14:creationId xmlns:p14="http://schemas.microsoft.com/office/powerpoint/2010/main" val="3144748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5A1BE24-DAC0-3D9D-AC30-3E5977423577}"/>
              </a:ext>
            </a:extLst>
          </p:cNvPr>
          <p:cNvSpPr>
            <a:spLocks noGrp="1"/>
          </p:cNvSpPr>
          <p:nvPr>
            <p:ph type="title"/>
          </p:nvPr>
        </p:nvSpPr>
        <p:spPr>
          <a:xfrm>
            <a:off x="838200" y="365125"/>
            <a:ext cx="10515600" cy="1325563"/>
          </a:xfrm>
        </p:spPr>
        <p:txBody>
          <a:bodyPr anchor="ctr"/>
          <a:lstStyle/>
          <a:p>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1 Het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genetisch</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materiaal</a:t>
            </a:r>
            <a:r>
              <a:rPr lang="en-US" sz="4400" dirty="0">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 in de </a:t>
            </a:r>
            <a:r>
              <a:rPr lang="en-US" sz="4400" dirty="0" err="1">
                <a:solidFill>
                  <a:srgbClr val="735F97"/>
                </a:solidFill>
                <a:latin typeface="Noto Sans Black" panose="020B0A02040504020204" pitchFamily="34" charset="0"/>
                <a:ea typeface="Noto Sans Black" panose="020B0A02040504020204" pitchFamily="34" charset="0"/>
                <a:cs typeface="Noto Sans Black" panose="020B0A02040504020204" pitchFamily="34" charset="0"/>
              </a:rPr>
              <a:t>cel</a:t>
            </a:r>
            <a:endParaRPr lang="nl-BE" dirty="0"/>
          </a:p>
        </p:txBody>
      </p:sp>
      <p:grpSp>
        <p:nvGrpSpPr>
          <p:cNvPr id="2" name="Groep 1">
            <a:extLst>
              <a:ext uri="{FF2B5EF4-FFF2-40B4-BE49-F238E27FC236}">
                <a16:creationId xmlns:a16="http://schemas.microsoft.com/office/drawing/2014/main" id="{F43A800C-4459-B8A9-172C-73DEC8B6D737}"/>
              </a:ext>
            </a:extLst>
          </p:cNvPr>
          <p:cNvGrpSpPr/>
          <p:nvPr/>
        </p:nvGrpSpPr>
        <p:grpSpPr>
          <a:xfrm>
            <a:off x="838200" y="2421288"/>
            <a:ext cx="10515600" cy="2551720"/>
            <a:chOff x="838200" y="3530777"/>
            <a:chExt cx="10515600" cy="2551720"/>
          </a:xfrm>
        </p:grpSpPr>
        <p:sp>
          <p:nvSpPr>
            <p:cNvPr id="6" name="TextBox 6">
              <a:extLst>
                <a:ext uri="{FF2B5EF4-FFF2-40B4-BE49-F238E27FC236}">
                  <a16:creationId xmlns:a16="http://schemas.microsoft.com/office/drawing/2014/main" id="{C1884292-BEC6-BC8E-CCFD-67D682FA99F5}"/>
                </a:ext>
              </a:extLst>
            </p:cNvPr>
            <p:cNvSpPr txBox="1"/>
            <p:nvPr/>
          </p:nvSpPr>
          <p:spPr>
            <a:xfrm>
              <a:off x="838200" y="3530777"/>
              <a:ext cx="10515600" cy="915635"/>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JUIST/FOUT?</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pPr>
                <a:lnSpc>
                  <a:spcPts val="1400"/>
                </a:lnSpc>
              </a:pPr>
              <a:r>
                <a:rPr lang="nl-BE" sz="1800" dirty="0" err="1">
                  <a:effectLst/>
                  <a:latin typeface="Calibri" panose="020F0502020204030204" pitchFamily="34" charset="0"/>
                  <a:ea typeface="Calibri" panose="020F0502020204030204" pitchFamily="34" charset="0"/>
                  <a:cs typeface="Times New Roman" panose="02020603050405020304" pitchFamily="18" charset="0"/>
                </a:rPr>
                <a:t>Mixing</a:t>
              </a:r>
              <a:r>
                <a:rPr lang="nl-BE" sz="1800" dirty="0">
                  <a:effectLst/>
                  <a:latin typeface="Calibri" panose="020F0502020204030204" pitchFamily="34" charset="0"/>
                  <a:ea typeface="Calibri" panose="020F0502020204030204" pitchFamily="34" charset="0"/>
                  <a:cs typeface="Times New Roman" panose="02020603050405020304" pitchFamily="18" charset="0"/>
                </a:rPr>
                <a:t> is het proces waarbij door toeval de </a:t>
              </a:r>
              <a:r>
                <a:rPr lang="nl-BE" sz="1800" dirty="0" err="1">
                  <a:effectLst/>
                  <a:latin typeface="Calibri" panose="020F0502020204030204" pitchFamily="34" charset="0"/>
                  <a:ea typeface="Calibri" panose="020F0502020204030204" pitchFamily="34" charset="0"/>
                  <a:cs typeface="Times New Roman" panose="02020603050405020304" pitchFamily="18" charset="0"/>
                </a:rPr>
                <a:t>paternale</a:t>
              </a:r>
              <a:r>
                <a:rPr lang="nl-BE" sz="1800" dirty="0">
                  <a:effectLst/>
                  <a:latin typeface="Calibri" panose="020F0502020204030204" pitchFamily="34" charset="0"/>
                  <a:ea typeface="Calibri" panose="020F0502020204030204" pitchFamily="34" charset="0"/>
                  <a:cs typeface="Times New Roman" panose="02020603050405020304" pitchFamily="18" charset="0"/>
                </a:rPr>
                <a:t> en maternale chromosomen verdeeld worden over de toekomstige dochtercellen.</a:t>
              </a:r>
            </a:p>
            <a:p>
              <a:pPr>
                <a:lnSpc>
                  <a:spcPts val="1400"/>
                </a:lnSpc>
              </a:pPr>
              <a:endParaRPr lang="nl-BE" sz="1800" dirty="0">
                <a:solidFill>
                  <a:srgbClr val="000000"/>
                </a:solidFill>
                <a:effectLst/>
                <a:latin typeface="Arial" panose="020B0604020202020204" pitchFamily="34" charset="0"/>
                <a:ea typeface="Times New Roman" panose="02020603050405020304" pitchFamily="18" charset="0"/>
                <a:cs typeface="Noto Sans" panose="020B0502040504020204" pitchFamily="34" charset="0"/>
              </a:endParaRPr>
            </a:p>
          </p:txBody>
        </p:sp>
        <p:sp>
          <p:nvSpPr>
            <p:cNvPr id="7" name="TextBox 6">
              <a:extLst>
                <a:ext uri="{FF2B5EF4-FFF2-40B4-BE49-F238E27FC236}">
                  <a16:creationId xmlns:a16="http://schemas.microsoft.com/office/drawing/2014/main" id="{4D2051D8-DFEA-70F3-C889-735AB7D8EC67}"/>
                </a:ext>
              </a:extLst>
            </p:cNvPr>
            <p:cNvSpPr txBox="1"/>
            <p:nvPr/>
          </p:nvSpPr>
          <p:spPr>
            <a:xfrm>
              <a:off x="838200" y="4605169"/>
              <a:ext cx="10515600" cy="1477328"/>
            </a:xfrm>
            <a:prstGeom prst="rect">
              <a:avLst/>
            </a:prstGeom>
            <a:noFill/>
            <a:ln w="12700">
              <a:solidFill>
                <a:srgbClr val="6AC1DC"/>
              </a:solidFill>
            </a:ln>
          </p:spPr>
          <p:txBody>
            <a:bodyPr wrap="square" rtlCol="0">
              <a:spAutoFit/>
            </a:bodyPr>
            <a:lstStyle/>
            <a:p>
              <a:pPr lvl="0"/>
              <a:r>
                <a:rPr lang="en-US" b="1" dirty="0">
                  <a:solidFill>
                    <a:srgbClr val="6AC1DC"/>
                  </a:solidFill>
                  <a:latin typeface="Noto Sans" panose="020B0502040504020204" pitchFamily="34" charset="0"/>
                  <a:ea typeface="Noto Sans" panose="020B0502040504020204" pitchFamily="34" charset="0"/>
                  <a:cs typeface="Noto Sans" panose="020B0502040504020204" pitchFamily="34" charset="0"/>
                </a:rPr>
                <a:t>Antwoord:</a:t>
              </a:r>
              <a:endParaRPr lang="en-US" sz="1800" b="1" kern="1200" cap="none" baseline="0" dirty="0">
                <a:solidFill>
                  <a:srgbClr val="6AC1DC"/>
                </a:solidFill>
                <a:latin typeface="Noto Sans" panose="020B0502040504020204" pitchFamily="34" charset="0"/>
                <a:ea typeface="Noto Sans" panose="020B0502040504020204" pitchFamily="34" charset="0"/>
                <a:cs typeface="Noto Sans" panose="020B0502040504020204" pitchFamily="34" charset="0"/>
              </a:endParaRPr>
            </a:p>
            <a:p>
              <a:r>
                <a:rPr lang="nl-BE" dirty="0"/>
                <a:t>Juist. Bij </a:t>
              </a:r>
              <a:r>
                <a:rPr lang="nl-BE" dirty="0" err="1"/>
                <a:t>mixing</a:t>
              </a:r>
              <a:r>
                <a:rPr lang="nl-BE" dirty="0"/>
                <a:t> worden de chromosomen verdeeld in toekomstige dochtercellen. Hierbij worden de </a:t>
              </a:r>
              <a:r>
                <a:rPr lang="nl-BE" dirty="0" err="1"/>
                <a:t>paternale</a:t>
              </a:r>
              <a:r>
                <a:rPr lang="nl-BE" dirty="0"/>
                <a:t> (afkomstig van de vader) en de maternale (afkomstig van de moeder) verdeeld over de dochtercellen. Dit proces is puur gebaseerd op toeval en kan niet voorspeld worden.</a:t>
              </a:r>
            </a:p>
            <a:p>
              <a:endParaRPr lang="nl-BE" dirty="0"/>
            </a:p>
          </p:txBody>
        </p:sp>
      </p:grpSp>
      <p:sp>
        <p:nvSpPr>
          <p:cNvPr id="3" name="TextBox 4">
            <a:extLst>
              <a:ext uri="{FF2B5EF4-FFF2-40B4-BE49-F238E27FC236}">
                <a16:creationId xmlns:a16="http://schemas.microsoft.com/office/drawing/2014/main" id="{557B153C-8510-81F3-F695-3D0054DFB723}"/>
              </a:ext>
            </a:extLst>
          </p:cNvPr>
          <p:cNvSpPr txBox="1"/>
          <p:nvPr/>
        </p:nvSpPr>
        <p:spPr>
          <a:xfrm>
            <a:off x="5668392" y="6356350"/>
            <a:ext cx="6094520" cy="338554"/>
          </a:xfrm>
          <a:prstGeom prst="rect">
            <a:avLst/>
          </a:prstGeom>
          <a:noFill/>
        </p:spPr>
        <p:txBody>
          <a:bodyPr wrap="square">
            <a:spAutoFit/>
          </a:bodyPr>
          <a:lstStyle/>
          <a:p>
            <a:pPr algn="r"/>
            <a:r>
              <a:rPr lang="nl-BE" sz="1600" b="1" dirty="0">
                <a:solidFill>
                  <a:srgbClr val="735F97"/>
                </a:solidFill>
              </a:rPr>
              <a:t>Leerboek WACO 5 Biologie p. 182</a:t>
            </a:r>
          </a:p>
        </p:txBody>
      </p:sp>
    </p:spTree>
    <p:extLst>
      <p:ext uri="{BB962C8B-B14F-4D97-AF65-F5344CB8AC3E}">
        <p14:creationId xmlns:p14="http://schemas.microsoft.com/office/powerpoint/2010/main" val="4241965025"/>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ACO template ppt  -  Alleen-lezen" id="{89A7D459-1B1E-4EAB-AE1D-303FC2A50D3E}" vid="{F2146D3B-7337-49C7-A829-9345EF6A449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9df7fb12-ae38-4a4f-a07b-dd5e8738547d" xsi:nil="true"/>
    <Linknaarbron xmlns="a39454ab-4223-4e85-8d71-55733c3a9f97">
      <Url xsi:nil="true"/>
      <Description xsi:nil="true"/>
    </Linknaarbron>
    <lcf76f155ced4ddcb4097134ff3c332f xmlns="a39454ab-4223-4e85-8d71-55733c3a9f97">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9E41B17A44BA340B75A50A101FC2C2E" ma:contentTypeVersion="20" ma:contentTypeDescription="Een nieuw document maken." ma:contentTypeScope="" ma:versionID="ca09459979a302649364b973b31affe3">
  <xsd:schema xmlns:xsd="http://www.w3.org/2001/XMLSchema" xmlns:xs="http://www.w3.org/2001/XMLSchema" xmlns:p="http://schemas.microsoft.com/office/2006/metadata/properties" xmlns:ns1="http://schemas.microsoft.com/sharepoint/v3" xmlns:ns2="a39454ab-4223-4e85-8d71-55733c3a9f97" xmlns:ns3="9df7fb12-ae38-4a4f-a07b-dd5e8738547d" targetNamespace="http://schemas.microsoft.com/office/2006/metadata/properties" ma:root="true" ma:fieldsID="46fc3bef886e277eeb88a1c62817c243" ns1:_="" ns2:_="" ns3:_="">
    <xsd:import namespace="http://schemas.microsoft.com/sharepoint/v3"/>
    <xsd:import namespace="a39454ab-4223-4e85-8d71-55733c3a9f97"/>
    <xsd:import namespace="9df7fb12-ae38-4a4f-a07b-dd5e8738547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LengthInSeconds"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ServiceDateTaken" minOccurs="0"/>
                <xsd:element ref="ns2:MediaServiceLocation" minOccurs="0"/>
                <xsd:element ref="ns2:lcf76f155ced4ddcb4097134ff3c332f" minOccurs="0"/>
                <xsd:element ref="ns3:TaxCatchAll" minOccurs="0"/>
                <xsd:element ref="ns1:_ip_UnifiedCompliancePolicyProperties" minOccurs="0"/>
                <xsd:element ref="ns1:_ip_UnifiedCompliancePolicyUIAction" minOccurs="0"/>
                <xsd:element ref="ns2:Linknaarbr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Eigenschappen van het geïntegreerd beleid voor naleving" ma:hidden="true" ma:internalName="_ip_UnifiedCompliancePolicyProperties">
      <xsd:simpleType>
        <xsd:restriction base="dms:Note"/>
      </xsd:simpleType>
    </xsd:element>
    <xsd:element name="_ip_UnifiedCompliancePolicyUIAction" ma:index="25" nillable="true" ma:displayName="Actie van de gebruikersinterface van het geïntegreerd beleid voor naleving"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9454ab-4223-4e85-8d71-55733c3a9f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2" nillable="true" ma:displayName="Length (seconds)" ma:internalName="MediaLengthInSeconds" ma:readOnly="true">
      <xsd:simpleType>
        <xsd:restriction base="dms:Unknown"/>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Afbeeldingtags" ma:readOnly="false" ma:fieldId="{5cf76f15-5ced-4ddc-b409-7134ff3c332f}" ma:taxonomyMulti="true" ma:sspId="a2ea5b17-e537-4e5b-898d-fcb314baf7f6" ma:termSetId="09814cd3-568e-fe90-9814-8d621ff8fb84" ma:anchorId="fba54fb3-c3e1-fe81-a776-ca4b69148c4d" ma:open="true" ma:isKeyword="false">
      <xsd:complexType>
        <xsd:sequence>
          <xsd:element ref="pc:Terms" minOccurs="0" maxOccurs="1"/>
        </xsd:sequence>
      </xsd:complexType>
    </xsd:element>
    <xsd:element name="Linknaarbron" ma:index="26" nillable="true" ma:displayName="Link naar bron" ma:format="Hyperlink" ma:internalName="Linknaarbron">
      <xsd:complexType>
        <xsd:complexContent>
          <xsd:extension base="dms:URL">
            <xsd:sequence>
              <xsd:element name="Url" type="dms:ValidUrl" minOccurs="0" nillable="true"/>
              <xsd:element name="Description" type="xsd:string" nillable="true"/>
            </xsd:sequence>
          </xsd:extension>
        </xsd:complexContent>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f7fb12-ae38-4a4f-a07b-dd5e8738547d" elementFormDefault="qualified">
    <xsd:import namespace="http://schemas.microsoft.com/office/2006/documentManagement/types"/>
    <xsd:import namespace="http://schemas.microsoft.com/office/infopath/2007/PartnerControls"/>
    <xsd:element name="SharedWithUsers" ma:index="10"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Gedeeld met details" ma:internalName="SharedWithDetails" ma:readOnly="true">
      <xsd:simpleType>
        <xsd:restriction base="dms:Note">
          <xsd:maxLength value="255"/>
        </xsd:restriction>
      </xsd:simpleType>
    </xsd:element>
    <xsd:element name="TaxCatchAll" ma:index="23" nillable="true" ma:displayName="Taxonomy Catch All Column" ma:hidden="true" ma:list="{82670706-152d-48e0-9c01-486f4d6a8723}" ma:internalName="TaxCatchAll" ma:showField="CatchAllData" ma:web="9df7fb12-ae38-4a4f-a07b-dd5e8738547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ED2BA2-7BCB-4E5F-AACD-D7E7847A22DC}">
  <ds:schemaRefs>
    <ds:schemaRef ds:uri="http://schemas.microsoft.com/sharepoint/v3/contenttype/forms"/>
  </ds:schemaRefs>
</ds:datastoreItem>
</file>

<file path=customXml/itemProps2.xml><?xml version="1.0" encoding="utf-8"?>
<ds:datastoreItem xmlns:ds="http://schemas.openxmlformats.org/officeDocument/2006/customXml" ds:itemID="{611F444A-51CE-4513-99C9-6408B08116CB}">
  <ds:schemaRefs>
    <ds:schemaRef ds:uri="http://schemas.microsoft.com/office/2006/metadata/properties"/>
    <ds:schemaRef ds:uri="http://schemas.microsoft.com/office/infopath/2007/PartnerControls"/>
    <ds:schemaRef ds:uri="http://schemas.microsoft.com/sharepoint/v3"/>
    <ds:schemaRef ds:uri="9df7fb12-ae38-4a4f-a07b-dd5e8738547d"/>
    <ds:schemaRef ds:uri="a39454ab-4223-4e85-8d71-55733c3a9f97"/>
  </ds:schemaRefs>
</ds:datastoreItem>
</file>

<file path=customXml/itemProps3.xml><?xml version="1.0" encoding="utf-8"?>
<ds:datastoreItem xmlns:ds="http://schemas.openxmlformats.org/officeDocument/2006/customXml" ds:itemID="{B5F1CE64-11DF-4024-A142-CB830BBAD3A6}"/>
</file>

<file path=docProps/app.xml><?xml version="1.0" encoding="utf-8"?>
<Properties xmlns="http://schemas.openxmlformats.org/officeDocument/2006/extended-properties" xmlns:vt="http://schemas.openxmlformats.org/officeDocument/2006/docPropsVTypes">
  <Template>Template PowerPoints_WACO 5</Template>
  <TotalTime>1396</TotalTime>
  <Words>1603</Words>
  <Application>Microsoft Office PowerPoint</Application>
  <PresentationFormat>Breedbeeld</PresentationFormat>
  <Paragraphs>325</Paragraphs>
  <Slides>36</Slides>
  <Notes>0</Notes>
  <HiddenSlides>0</HiddenSlides>
  <MMClips>0</MMClips>
  <ScaleCrop>false</ScaleCrop>
  <HeadingPairs>
    <vt:vector size="6" baseType="variant">
      <vt:variant>
        <vt:lpstr>Gebruikte lettertypen</vt:lpstr>
      </vt:variant>
      <vt:variant>
        <vt:i4>5</vt:i4>
      </vt:variant>
      <vt:variant>
        <vt:lpstr>Thema</vt:lpstr>
      </vt:variant>
      <vt:variant>
        <vt:i4>1</vt:i4>
      </vt:variant>
      <vt:variant>
        <vt:lpstr>Diatitels</vt:lpstr>
      </vt:variant>
      <vt:variant>
        <vt:i4>36</vt:i4>
      </vt:variant>
    </vt:vector>
  </HeadingPairs>
  <TitlesOfParts>
    <vt:vector size="42" baseType="lpstr">
      <vt:lpstr>Arial</vt:lpstr>
      <vt:lpstr>Calibri</vt:lpstr>
      <vt:lpstr>Calibri Light</vt:lpstr>
      <vt:lpstr>Noto Sans</vt:lpstr>
      <vt:lpstr>Noto Sans Black</vt:lpstr>
      <vt:lpstr>Kantoorthema</vt:lpstr>
      <vt:lpstr>4  DNA EN CELDELING</vt:lpstr>
      <vt:lpstr>HOOFDSTUK 2 CELDELING</vt:lpstr>
      <vt:lpstr>PowerPoint-presentatie</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2 Celdeling</vt:lpstr>
      <vt:lpstr>1 Het genetisch materiaal in de cel</vt:lpstr>
      <vt:lpstr>1 Het genetisch materiaal in de cel</vt:lpstr>
      <vt:lpstr>1 Het genetisch materiaal in de cel</vt:lpstr>
      <vt:lpstr>1 Het genetisch materiaal in de cel</vt:lpstr>
      <vt:lpstr>1 Het genetisch materiaal in de cel</vt:lpstr>
      <vt:lpstr>1 Het genetisch materiaal in de cel</vt:lpstr>
      <vt:lpstr>1 Het genetisch materiaal in de cel</vt:lpstr>
      <vt:lpstr>1 Het genetisch materiaal in de cel</vt:lpstr>
      <vt:lpstr>1 Het genetisch materiaal in de cel</vt:lpstr>
      <vt:lpstr>1 Het genetisch materiaal in de cel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THEMATITEL</dc:title>
  <dc:creator>Veerle Damm</dc:creator>
  <cp:lastModifiedBy>Veerle Damm</cp:lastModifiedBy>
  <cp:revision>5</cp:revision>
  <dcterms:created xsi:type="dcterms:W3CDTF">2023-10-18T09:57:16Z</dcterms:created>
  <dcterms:modified xsi:type="dcterms:W3CDTF">2023-12-26T09:09:27Z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0x01010049E41B17A44BA340B75A50A101FC2C2E</vt:lpwstr>
  </property>
</Properties>
</file>